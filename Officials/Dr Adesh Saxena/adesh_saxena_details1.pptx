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4" r:id="rId1"/>
  </p:sldMasterIdLst>
  <p:notesMasterIdLst>
    <p:notesMasterId r:id="rId14"/>
  </p:notesMasterIdLst>
  <p:sldIdLst>
    <p:sldId id="256" r:id="rId2"/>
    <p:sldId id="257" r:id="rId3"/>
    <p:sldId id="258" r:id="rId4"/>
    <p:sldId id="259" r:id="rId5"/>
    <p:sldId id="260" r:id="rId6"/>
    <p:sldId id="270" r:id="rId7"/>
    <p:sldId id="269" r:id="rId8"/>
    <p:sldId id="263" r:id="rId9"/>
    <p:sldId id="261" r:id="rId10"/>
    <p:sldId id="267"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74BB5B-4748-490E-A960-B3402576921A}" v="17" dt="2025-11-24T08:41:08.1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7" d="100"/>
          <a:sy n="57" d="100"/>
        </p:scale>
        <p:origin x="1016" y="1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ra Saxena" userId="d1d2d4797b7f9418" providerId="LiveId" clId="{96CEE1EA-D4A0-4A4D-85A7-AD36E5FD0130}"/>
    <pc:docChg chg="undo custSel addSld delSld modSld sldOrd">
      <pc:chgData name="Mitra Saxena" userId="d1d2d4797b7f9418" providerId="LiveId" clId="{96CEE1EA-D4A0-4A4D-85A7-AD36E5FD0130}" dt="2025-11-24T08:47:01.074" v="1748"/>
      <pc:docMkLst>
        <pc:docMk/>
      </pc:docMkLst>
      <pc:sldChg chg="addSp modSp mod modAnim">
        <pc:chgData name="Mitra Saxena" userId="d1d2d4797b7f9418" providerId="LiveId" clId="{96CEE1EA-D4A0-4A4D-85A7-AD36E5FD0130}" dt="2025-11-24T08:42:25.017" v="1714" actId="1076"/>
        <pc:sldMkLst>
          <pc:docMk/>
          <pc:sldMk cId="2483133047" sldId="256"/>
        </pc:sldMkLst>
        <pc:spChg chg="mod">
          <ac:chgData name="Mitra Saxena" userId="d1d2d4797b7f9418" providerId="LiveId" clId="{96CEE1EA-D4A0-4A4D-85A7-AD36E5FD0130}" dt="2025-11-24T08:41:35.463" v="1707" actId="14100"/>
          <ac:spMkLst>
            <pc:docMk/>
            <pc:sldMk cId="2483133047" sldId="256"/>
            <ac:spMk id="2" creationId="{E0917E4B-1450-A034-F608-72C89FF4F9C3}"/>
          </ac:spMkLst>
        </pc:spChg>
        <pc:spChg chg="mod">
          <ac:chgData name="Mitra Saxena" userId="d1d2d4797b7f9418" providerId="LiveId" clId="{96CEE1EA-D4A0-4A4D-85A7-AD36E5FD0130}" dt="2025-11-24T08:41:08.126" v="1703" actId="27636"/>
          <ac:spMkLst>
            <pc:docMk/>
            <pc:sldMk cId="2483133047" sldId="256"/>
            <ac:spMk id="3" creationId="{D870E259-F98F-4BC9-A17C-589976A29693}"/>
          </ac:spMkLst>
        </pc:spChg>
        <pc:spChg chg="add mod">
          <ac:chgData name="Mitra Saxena" userId="d1d2d4797b7f9418" providerId="LiveId" clId="{96CEE1EA-D4A0-4A4D-85A7-AD36E5FD0130}" dt="2025-11-24T08:41:47.463" v="1710" actId="14100"/>
          <ac:spMkLst>
            <pc:docMk/>
            <pc:sldMk cId="2483133047" sldId="256"/>
            <ac:spMk id="8" creationId="{0AB7DDDA-C5DC-8455-33F9-096ECA9F6289}"/>
          </ac:spMkLst>
        </pc:spChg>
        <pc:picChg chg="mod">
          <ac:chgData name="Mitra Saxena" userId="d1d2d4797b7f9418" providerId="LiveId" clId="{96CEE1EA-D4A0-4A4D-85A7-AD36E5FD0130}" dt="2025-11-24T08:40:43.901" v="1698" actId="1076"/>
          <ac:picMkLst>
            <pc:docMk/>
            <pc:sldMk cId="2483133047" sldId="256"/>
            <ac:picMk id="5" creationId="{E4097C4F-CC9D-263A-181B-FC6C0B438660}"/>
          </ac:picMkLst>
        </pc:picChg>
        <pc:picChg chg="add mod">
          <ac:chgData name="Mitra Saxena" userId="d1d2d4797b7f9418" providerId="LiveId" clId="{96CEE1EA-D4A0-4A4D-85A7-AD36E5FD0130}" dt="2025-11-24T08:42:25.017" v="1714" actId="1076"/>
          <ac:picMkLst>
            <pc:docMk/>
            <pc:sldMk cId="2483133047" sldId="256"/>
            <ac:picMk id="6" creationId="{36631E88-025C-B90A-23C1-F84913DF2242}"/>
          </ac:picMkLst>
        </pc:picChg>
      </pc:sldChg>
      <pc:sldChg chg="modSp mod">
        <pc:chgData name="Mitra Saxena" userId="d1d2d4797b7f9418" providerId="LiveId" clId="{96CEE1EA-D4A0-4A4D-85A7-AD36E5FD0130}" dt="2025-11-24T06:00:30.036" v="9" actId="313"/>
        <pc:sldMkLst>
          <pc:docMk/>
          <pc:sldMk cId="192336057" sldId="257"/>
        </pc:sldMkLst>
        <pc:spChg chg="mod">
          <ac:chgData name="Mitra Saxena" userId="d1d2d4797b7f9418" providerId="LiveId" clId="{96CEE1EA-D4A0-4A4D-85A7-AD36E5FD0130}" dt="2025-11-24T06:00:30.036" v="9" actId="313"/>
          <ac:spMkLst>
            <pc:docMk/>
            <pc:sldMk cId="192336057" sldId="257"/>
            <ac:spMk id="3" creationId="{894BCC86-1385-C379-C34C-864BFAB89B71}"/>
          </ac:spMkLst>
        </pc:spChg>
      </pc:sldChg>
      <pc:sldChg chg="modSp add del mod">
        <pc:chgData name="Mitra Saxena" userId="d1d2d4797b7f9418" providerId="LiveId" clId="{96CEE1EA-D4A0-4A4D-85A7-AD36E5FD0130}" dt="2025-11-24T06:03:04.666" v="41" actId="20577"/>
        <pc:sldMkLst>
          <pc:docMk/>
          <pc:sldMk cId="2472650191" sldId="258"/>
        </pc:sldMkLst>
        <pc:spChg chg="mod">
          <ac:chgData name="Mitra Saxena" userId="d1d2d4797b7f9418" providerId="LiveId" clId="{96CEE1EA-D4A0-4A4D-85A7-AD36E5FD0130}" dt="2025-11-24T06:03:04.666" v="41" actId="20577"/>
          <ac:spMkLst>
            <pc:docMk/>
            <pc:sldMk cId="2472650191" sldId="258"/>
            <ac:spMk id="3" creationId="{E2AFFF65-FD2D-4A1B-57CC-16745CED5FA1}"/>
          </ac:spMkLst>
        </pc:spChg>
      </pc:sldChg>
      <pc:sldChg chg="modSp mod">
        <pc:chgData name="Mitra Saxena" userId="d1d2d4797b7f9418" providerId="LiveId" clId="{96CEE1EA-D4A0-4A4D-85A7-AD36E5FD0130}" dt="2025-11-24T06:04:47.886" v="115" actId="27636"/>
        <pc:sldMkLst>
          <pc:docMk/>
          <pc:sldMk cId="2987952554" sldId="259"/>
        </pc:sldMkLst>
        <pc:spChg chg="mod">
          <ac:chgData name="Mitra Saxena" userId="d1d2d4797b7f9418" providerId="LiveId" clId="{96CEE1EA-D4A0-4A4D-85A7-AD36E5FD0130}" dt="2025-11-24T06:04:47.886" v="115" actId="27636"/>
          <ac:spMkLst>
            <pc:docMk/>
            <pc:sldMk cId="2987952554" sldId="259"/>
            <ac:spMk id="3" creationId="{95F9D2E8-D65C-2FE7-D81E-BFF86BFB5DBB}"/>
          </ac:spMkLst>
        </pc:spChg>
      </pc:sldChg>
      <pc:sldChg chg="modSp mod">
        <pc:chgData name="Mitra Saxena" userId="d1d2d4797b7f9418" providerId="LiveId" clId="{96CEE1EA-D4A0-4A4D-85A7-AD36E5FD0130}" dt="2025-11-24T06:40:56.206" v="532" actId="20577"/>
        <pc:sldMkLst>
          <pc:docMk/>
          <pc:sldMk cId="969158802" sldId="260"/>
        </pc:sldMkLst>
        <pc:spChg chg="mod">
          <ac:chgData name="Mitra Saxena" userId="d1d2d4797b7f9418" providerId="LiveId" clId="{96CEE1EA-D4A0-4A4D-85A7-AD36E5FD0130}" dt="2025-11-24T06:06:20.382" v="184" actId="20577"/>
          <ac:spMkLst>
            <pc:docMk/>
            <pc:sldMk cId="969158802" sldId="260"/>
            <ac:spMk id="2" creationId="{056B9BE4-D3C5-0D2F-221F-654A83E3A00B}"/>
          </ac:spMkLst>
        </pc:spChg>
        <pc:spChg chg="mod">
          <ac:chgData name="Mitra Saxena" userId="d1d2d4797b7f9418" providerId="LiveId" clId="{96CEE1EA-D4A0-4A4D-85A7-AD36E5FD0130}" dt="2025-11-24T06:40:56.206" v="532" actId="20577"/>
          <ac:spMkLst>
            <pc:docMk/>
            <pc:sldMk cId="969158802" sldId="260"/>
            <ac:spMk id="3" creationId="{96492AA4-379D-7C55-03D4-2A5E6FE8144F}"/>
          </ac:spMkLst>
        </pc:spChg>
      </pc:sldChg>
      <pc:sldChg chg="addSp delSp modSp mod">
        <pc:chgData name="Mitra Saxena" userId="d1d2d4797b7f9418" providerId="LiveId" clId="{96CEE1EA-D4A0-4A4D-85A7-AD36E5FD0130}" dt="2025-11-24T08:38:32.928" v="1690" actId="1076"/>
        <pc:sldMkLst>
          <pc:docMk/>
          <pc:sldMk cId="2404632246" sldId="261"/>
        </pc:sldMkLst>
        <pc:spChg chg="mod">
          <ac:chgData name="Mitra Saxena" userId="d1d2d4797b7f9418" providerId="LiveId" clId="{96CEE1EA-D4A0-4A4D-85A7-AD36E5FD0130}" dt="2025-11-24T08:28:37.718" v="1661" actId="113"/>
          <ac:spMkLst>
            <pc:docMk/>
            <pc:sldMk cId="2404632246" sldId="261"/>
            <ac:spMk id="3" creationId="{CA845C86-1685-9235-E351-C7623D50972A}"/>
          </ac:spMkLst>
        </pc:spChg>
        <pc:picChg chg="add del mod">
          <ac:chgData name="Mitra Saxena" userId="d1d2d4797b7f9418" providerId="LiveId" clId="{96CEE1EA-D4A0-4A4D-85A7-AD36E5FD0130}" dt="2025-11-24T08:31:01.535" v="1663" actId="21"/>
          <ac:picMkLst>
            <pc:docMk/>
            <pc:sldMk cId="2404632246" sldId="261"/>
            <ac:picMk id="4" creationId="{293812AC-DD9F-24F5-56A1-4D9ECA84825B}"/>
          </ac:picMkLst>
        </pc:picChg>
        <pc:picChg chg="add mod">
          <ac:chgData name="Mitra Saxena" userId="d1d2d4797b7f9418" providerId="LiveId" clId="{96CEE1EA-D4A0-4A4D-85A7-AD36E5FD0130}" dt="2025-11-24T08:38:30.826" v="1689" actId="1076"/>
          <ac:picMkLst>
            <pc:docMk/>
            <pc:sldMk cId="2404632246" sldId="261"/>
            <ac:picMk id="5" creationId="{28AB42A1-CA08-7D46-AE68-9AD6F7979E3D}"/>
          </ac:picMkLst>
        </pc:picChg>
        <pc:picChg chg="add mod">
          <ac:chgData name="Mitra Saxena" userId="d1d2d4797b7f9418" providerId="LiveId" clId="{96CEE1EA-D4A0-4A4D-85A7-AD36E5FD0130}" dt="2025-11-24T08:38:32.928" v="1690" actId="1076"/>
          <ac:picMkLst>
            <pc:docMk/>
            <pc:sldMk cId="2404632246" sldId="261"/>
            <ac:picMk id="6" creationId="{10F61E56-5E3D-8346-3599-3966F56DD096}"/>
          </ac:picMkLst>
        </pc:picChg>
        <pc:picChg chg="add del mod">
          <ac:chgData name="Mitra Saxena" userId="d1d2d4797b7f9418" providerId="LiveId" clId="{96CEE1EA-D4A0-4A4D-85A7-AD36E5FD0130}" dt="2025-11-24T08:38:24.100" v="1687" actId="21"/>
          <ac:picMkLst>
            <pc:docMk/>
            <pc:sldMk cId="2404632246" sldId="261"/>
            <ac:picMk id="8" creationId="{A25CFE40-CB6D-BDDA-78E1-0AA3FFA97E03}"/>
          </ac:picMkLst>
        </pc:picChg>
        <pc:picChg chg="add mod">
          <ac:chgData name="Mitra Saxena" userId="d1d2d4797b7f9418" providerId="LiveId" clId="{96CEE1EA-D4A0-4A4D-85A7-AD36E5FD0130}" dt="2025-11-24T08:38:27.937" v="1688" actId="1076"/>
          <ac:picMkLst>
            <pc:docMk/>
            <pc:sldMk cId="2404632246" sldId="261"/>
            <ac:picMk id="10" creationId="{E483D558-1A8F-1069-07B0-E92D0DA83357}"/>
          </ac:picMkLst>
        </pc:picChg>
        <pc:picChg chg="mod">
          <ac:chgData name="Mitra Saxena" userId="d1d2d4797b7f9418" providerId="LiveId" clId="{96CEE1EA-D4A0-4A4D-85A7-AD36E5FD0130}" dt="2025-11-24T08:28:12.780" v="1658" actId="1076"/>
          <ac:picMkLst>
            <pc:docMk/>
            <pc:sldMk cId="2404632246" sldId="261"/>
            <ac:picMk id="19" creationId="{A56EC559-13CB-4B36-B4B4-811494ADBB82}"/>
          </ac:picMkLst>
        </pc:picChg>
        <pc:picChg chg="mod">
          <ac:chgData name="Mitra Saxena" userId="d1d2d4797b7f9418" providerId="LiveId" clId="{96CEE1EA-D4A0-4A4D-85A7-AD36E5FD0130}" dt="2025-11-24T08:28:02.505" v="1655" actId="1076"/>
          <ac:picMkLst>
            <pc:docMk/>
            <pc:sldMk cId="2404632246" sldId="261"/>
            <ac:picMk id="21" creationId="{F3F7C3DD-9AB6-F139-0D70-20A10375BA3E}"/>
          </ac:picMkLst>
        </pc:picChg>
      </pc:sldChg>
      <pc:sldChg chg="modSp del mod">
        <pc:chgData name="Mitra Saxena" userId="d1d2d4797b7f9418" providerId="LiveId" clId="{96CEE1EA-D4A0-4A4D-85A7-AD36E5FD0130}" dt="2025-11-24T08:28:48.921" v="1662" actId="2696"/>
        <pc:sldMkLst>
          <pc:docMk/>
          <pc:sldMk cId="1411491697" sldId="262"/>
        </pc:sldMkLst>
        <pc:picChg chg="mod">
          <ac:chgData name="Mitra Saxena" userId="d1d2d4797b7f9418" providerId="LiveId" clId="{96CEE1EA-D4A0-4A4D-85A7-AD36E5FD0130}" dt="2025-11-24T08:18:58.627" v="1564" actId="1076"/>
          <ac:picMkLst>
            <pc:docMk/>
            <pc:sldMk cId="1411491697" sldId="262"/>
            <ac:picMk id="7" creationId="{05A0F4F5-A090-1897-150A-3B6FD5CE6261}"/>
          </ac:picMkLst>
        </pc:picChg>
        <pc:picChg chg="mod">
          <ac:chgData name="Mitra Saxena" userId="d1d2d4797b7f9418" providerId="LiveId" clId="{96CEE1EA-D4A0-4A4D-85A7-AD36E5FD0130}" dt="2025-11-24T08:19:04.981" v="1566" actId="1076"/>
          <ac:picMkLst>
            <pc:docMk/>
            <pc:sldMk cId="1411491697" sldId="262"/>
            <ac:picMk id="13" creationId="{E3418C78-FA9E-3C30-ABC0-AE11245F0C24}"/>
          </ac:picMkLst>
        </pc:picChg>
        <pc:picChg chg="mod">
          <ac:chgData name="Mitra Saxena" userId="d1d2d4797b7f9418" providerId="LiveId" clId="{96CEE1EA-D4A0-4A4D-85A7-AD36E5FD0130}" dt="2025-11-24T08:19:01.664" v="1565" actId="1076"/>
          <ac:picMkLst>
            <pc:docMk/>
            <pc:sldMk cId="1411491697" sldId="262"/>
            <ac:picMk id="15" creationId="{7E331F19-A341-78A8-24BA-D407C2A2E6AC}"/>
          </ac:picMkLst>
        </pc:picChg>
      </pc:sldChg>
      <pc:sldChg chg="modSp mod">
        <pc:chgData name="Mitra Saxena" userId="d1d2d4797b7f9418" providerId="LiveId" clId="{96CEE1EA-D4A0-4A4D-85A7-AD36E5FD0130}" dt="2025-11-24T08:44:39.182" v="1746" actId="113"/>
        <pc:sldMkLst>
          <pc:docMk/>
          <pc:sldMk cId="1893985082" sldId="263"/>
        </pc:sldMkLst>
        <pc:spChg chg="mod">
          <ac:chgData name="Mitra Saxena" userId="d1d2d4797b7f9418" providerId="LiveId" clId="{96CEE1EA-D4A0-4A4D-85A7-AD36E5FD0130}" dt="2025-11-24T08:43:54.974" v="1730" actId="27636"/>
          <ac:spMkLst>
            <pc:docMk/>
            <pc:sldMk cId="1893985082" sldId="263"/>
            <ac:spMk id="2" creationId="{0CD73BC5-AFAE-7537-4D35-B0CD755AD06E}"/>
          </ac:spMkLst>
        </pc:spChg>
        <pc:spChg chg="mod">
          <ac:chgData name="Mitra Saxena" userId="d1d2d4797b7f9418" providerId="LiveId" clId="{96CEE1EA-D4A0-4A4D-85A7-AD36E5FD0130}" dt="2025-11-24T08:44:39.182" v="1746" actId="113"/>
          <ac:spMkLst>
            <pc:docMk/>
            <pc:sldMk cId="1893985082" sldId="263"/>
            <ac:spMk id="3" creationId="{8028F6DE-68C4-6BB1-B997-C960C202B6B1}"/>
          </ac:spMkLst>
        </pc:spChg>
      </pc:sldChg>
      <pc:sldChg chg="addSp delSp modSp mod">
        <pc:chgData name="Mitra Saxena" userId="d1d2d4797b7f9418" providerId="LiveId" clId="{96CEE1EA-D4A0-4A4D-85A7-AD36E5FD0130}" dt="2025-11-24T07:34:23.054" v="573" actId="1076"/>
        <pc:sldMkLst>
          <pc:docMk/>
          <pc:sldMk cId="0" sldId="265"/>
        </pc:sldMkLst>
        <pc:spChg chg="mod">
          <ac:chgData name="Mitra Saxena" userId="d1d2d4797b7f9418" providerId="LiveId" clId="{96CEE1EA-D4A0-4A4D-85A7-AD36E5FD0130}" dt="2025-11-24T06:40:15.781" v="515" actId="20577"/>
          <ac:spMkLst>
            <pc:docMk/>
            <pc:sldMk cId="0" sldId="265"/>
            <ac:spMk id="12" creationId="{00000000-0000-0000-0000-000000000000}"/>
          </ac:spMkLst>
        </pc:spChg>
        <pc:picChg chg="add mod">
          <ac:chgData name="Mitra Saxena" userId="d1d2d4797b7f9418" providerId="LiveId" clId="{96CEE1EA-D4A0-4A4D-85A7-AD36E5FD0130}" dt="2025-11-24T07:34:23.054" v="573" actId="1076"/>
          <ac:picMkLst>
            <pc:docMk/>
            <pc:sldMk cId="0" sldId="265"/>
            <ac:picMk id="13" creationId="{49AECB58-8991-5481-6D24-E74808786D8E}"/>
          </ac:picMkLst>
        </pc:picChg>
        <pc:picChg chg="del">
          <ac:chgData name="Mitra Saxena" userId="d1d2d4797b7f9418" providerId="LiveId" clId="{96CEE1EA-D4A0-4A4D-85A7-AD36E5FD0130}" dt="2025-11-24T07:34:00.266" v="569" actId="21"/>
          <ac:picMkLst>
            <pc:docMk/>
            <pc:sldMk cId="0" sldId="265"/>
            <ac:picMk id="16" creationId="{33D0FE42-A126-FFF1-1540-B7E71803B38A}"/>
          </ac:picMkLst>
        </pc:picChg>
      </pc:sldChg>
      <pc:sldChg chg="addSp delSp modSp new mod ord">
        <pc:chgData name="Mitra Saxena" userId="d1d2d4797b7f9418" providerId="LiveId" clId="{96CEE1EA-D4A0-4A4D-85A7-AD36E5FD0130}" dt="2025-11-24T08:47:01.074" v="1748"/>
        <pc:sldMkLst>
          <pc:docMk/>
          <pc:sldMk cId="2213302572" sldId="267"/>
        </pc:sldMkLst>
        <pc:spChg chg="add mod">
          <ac:chgData name="Mitra Saxena" userId="d1d2d4797b7f9418" providerId="LiveId" clId="{96CEE1EA-D4A0-4A4D-85A7-AD36E5FD0130}" dt="2025-11-24T08:23:19.987" v="1590" actId="1076"/>
          <ac:spMkLst>
            <pc:docMk/>
            <pc:sldMk cId="2213302572" sldId="267"/>
            <ac:spMk id="4" creationId="{14F869B1-741F-8040-5FA6-1A299117694F}"/>
          </ac:spMkLst>
        </pc:spChg>
        <pc:spChg chg="add mod">
          <ac:chgData name="Mitra Saxena" userId="d1d2d4797b7f9418" providerId="LiveId" clId="{96CEE1EA-D4A0-4A4D-85A7-AD36E5FD0130}" dt="2025-11-24T08:26:01.458" v="1640" actId="20577"/>
          <ac:spMkLst>
            <pc:docMk/>
            <pc:sldMk cId="2213302572" sldId="267"/>
            <ac:spMk id="9" creationId="{90DA9523-FD66-E19E-A05E-B89D2CEC2B29}"/>
          </ac:spMkLst>
        </pc:spChg>
        <pc:picChg chg="add mod">
          <ac:chgData name="Mitra Saxena" userId="d1d2d4797b7f9418" providerId="LiveId" clId="{96CEE1EA-D4A0-4A4D-85A7-AD36E5FD0130}" dt="2025-11-24T08:22:41.744" v="1583" actId="1076"/>
          <ac:picMkLst>
            <pc:docMk/>
            <pc:sldMk cId="2213302572" sldId="267"/>
            <ac:picMk id="3" creationId="{9368C94B-8C44-C474-D0F8-5A4279A4C3A0}"/>
          </ac:picMkLst>
        </pc:picChg>
        <pc:picChg chg="add del mod">
          <ac:chgData name="Mitra Saxena" userId="d1d2d4797b7f9418" providerId="LiveId" clId="{96CEE1EA-D4A0-4A4D-85A7-AD36E5FD0130}" dt="2025-11-24T08:22:32.262" v="1580" actId="21"/>
          <ac:picMkLst>
            <pc:docMk/>
            <pc:sldMk cId="2213302572" sldId="267"/>
            <ac:picMk id="6" creationId="{94CFF9D0-DB0C-3515-A1E4-EA1A207DDABD}"/>
          </ac:picMkLst>
        </pc:picChg>
        <pc:picChg chg="add mod">
          <ac:chgData name="Mitra Saxena" userId="d1d2d4797b7f9418" providerId="LiveId" clId="{96CEE1EA-D4A0-4A4D-85A7-AD36E5FD0130}" dt="2025-11-24T08:23:04.163" v="1589" actId="1076"/>
          <ac:picMkLst>
            <pc:docMk/>
            <pc:sldMk cId="2213302572" sldId="267"/>
            <ac:picMk id="8" creationId="{5EF0768A-BEF1-062D-2564-D10D07F9FA45}"/>
          </ac:picMkLst>
        </pc:picChg>
      </pc:sldChg>
      <pc:sldChg chg="new del">
        <pc:chgData name="Mitra Saxena" userId="d1d2d4797b7f9418" providerId="LiveId" clId="{96CEE1EA-D4A0-4A4D-85A7-AD36E5FD0130}" dt="2025-11-24T08:39:26.497" v="1693" actId="2696"/>
        <pc:sldMkLst>
          <pc:docMk/>
          <pc:sldMk cId="437294432" sldId="268"/>
        </pc:sldMkLst>
      </pc:sldChg>
      <pc:sldChg chg="addSp modSp new mod ord setBg setClrOvrMap">
        <pc:chgData name="Mitra Saxena" userId="d1d2d4797b7f9418" providerId="LiveId" clId="{96CEE1EA-D4A0-4A4D-85A7-AD36E5FD0130}" dt="2025-11-24T08:38:49" v="1692"/>
        <pc:sldMkLst>
          <pc:docMk/>
          <pc:sldMk cId="3788769261" sldId="269"/>
        </pc:sldMkLst>
        <pc:spChg chg="add">
          <ac:chgData name="Mitra Saxena" userId="d1d2d4797b7f9418" providerId="LiveId" clId="{96CEE1EA-D4A0-4A4D-85A7-AD36E5FD0130}" dt="2025-11-24T08:31:14.461" v="1666" actId="26606"/>
          <ac:spMkLst>
            <pc:docMk/>
            <pc:sldMk cId="3788769261" sldId="269"/>
            <ac:spMk id="9" creationId="{445D07A0-3250-4D1F-9117-E0571AB3B334}"/>
          </ac:spMkLst>
        </pc:spChg>
        <pc:spChg chg="add">
          <ac:chgData name="Mitra Saxena" userId="d1d2d4797b7f9418" providerId="LiveId" clId="{96CEE1EA-D4A0-4A4D-85A7-AD36E5FD0130}" dt="2025-11-24T08:31:14.461" v="1666" actId="26606"/>
          <ac:spMkLst>
            <pc:docMk/>
            <pc:sldMk cId="3788769261" sldId="269"/>
            <ac:spMk id="11" creationId="{5DFA6C29-F1CC-4E52-9333-E5453ED1C187}"/>
          </ac:spMkLst>
        </pc:spChg>
        <pc:spChg chg="add">
          <ac:chgData name="Mitra Saxena" userId="d1d2d4797b7f9418" providerId="LiveId" clId="{96CEE1EA-D4A0-4A4D-85A7-AD36E5FD0130}" dt="2025-11-24T08:31:14.461" v="1666" actId="26606"/>
          <ac:spMkLst>
            <pc:docMk/>
            <pc:sldMk cId="3788769261" sldId="269"/>
            <ac:spMk id="13" creationId="{DB219EE3-E1F6-411D-B1DB-E18A3BCEE4CD}"/>
          </ac:spMkLst>
        </pc:spChg>
        <pc:picChg chg="add mod ord">
          <ac:chgData name="Mitra Saxena" userId="d1d2d4797b7f9418" providerId="LiveId" clId="{96CEE1EA-D4A0-4A4D-85A7-AD36E5FD0130}" dt="2025-11-24T08:31:14.461" v="1666" actId="26606"/>
          <ac:picMkLst>
            <pc:docMk/>
            <pc:sldMk cId="3788769261" sldId="269"/>
            <ac:picMk id="3" creationId="{79057D0C-9416-3CB4-BDD0-1FD2119AFF40}"/>
          </ac:picMkLst>
        </pc:picChg>
        <pc:picChg chg="add mod">
          <ac:chgData name="Mitra Saxena" userId="d1d2d4797b7f9418" providerId="LiveId" clId="{96CEE1EA-D4A0-4A4D-85A7-AD36E5FD0130}" dt="2025-11-24T08:31:14.461" v="1666" actId="26606"/>
          <ac:picMkLst>
            <pc:docMk/>
            <pc:sldMk cId="3788769261" sldId="269"/>
            <ac:picMk id="4" creationId="{FFF77BAA-721A-9DB0-E602-5596E455F3C8}"/>
          </ac:picMkLst>
        </pc:picChg>
      </pc:sldChg>
      <pc:sldChg chg="addSp modSp new mod">
        <pc:chgData name="Mitra Saxena" userId="d1d2d4797b7f9418" providerId="LiveId" clId="{96CEE1EA-D4A0-4A4D-85A7-AD36E5FD0130}" dt="2025-11-24T08:34:00.104" v="1681" actId="1076"/>
        <pc:sldMkLst>
          <pc:docMk/>
          <pc:sldMk cId="2724125515" sldId="270"/>
        </pc:sldMkLst>
        <pc:picChg chg="add mod">
          <ac:chgData name="Mitra Saxena" userId="d1d2d4797b7f9418" providerId="LiveId" clId="{96CEE1EA-D4A0-4A4D-85A7-AD36E5FD0130}" dt="2025-11-24T08:34:00.104" v="1681" actId="1076"/>
          <ac:picMkLst>
            <pc:docMk/>
            <pc:sldMk cId="2724125515" sldId="270"/>
            <ac:picMk id="3" creationId="{865FAF9C-A339-62F3-0CA4-C5892272ABCB}"/>
          </ac:picMkLst>
        </pc:picChg>
        <pc:picChg chg="add mod">
          <ac:chgData name="Mitra Saxena" userId="d1d2d4797b7f9418" providerId="LiveId" clId="{96CEE1EA-D4A0-4A4D-85A7-AD36E5FD0130}" dt="2025-11-24T08:33:58.810" v="1680" actId="1076"/>
          <ac:picMkLst>
            <pc:docMk/>
            <pc:sldMk cId="2724125515" sldId="270"/>
            <ac:picMk id="5" creationId="{D8343E77-C59A-DCC2-5F79-96881B6A9CD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596888-9054-4D46-9A10-613C8B18887D}" type="datetimeFigureOut">
              <a:rPr lang="en-US" smtClean="0"/>
              <a:t>11/24/2025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415DF8-BBDD-4164-9C3F-A82383E5DB8D}" type="slidenum">
              <a:rPr lang="en-US" smtClean="0"/>
              <a:t>‹#›</a:t>
            </a:fld>
            <a:endParaRPr lang="en-US"/>
          </a:p>
        </p:txBody>
      </p:sp>
    </p:spTree>
    <p:extLst>
      <p:ext uri="{BB962C8B-B14F-4D97-AF65-F5344CB8AC3E}">
        <p14:creationId xmlns:p14="http://schemas.microsoft.com/office/powerpoint/2010/main" val="2028773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415DF8-BBDD-4164-9C3F-A82383E5DB8D}" type="slidenum">
              <a:rPr lang="en-US" smtClean="0"/>
              <a:t>1</a:t>
            </a:fld>
            <a:endParaRPr lang="en-US"/>
          </a:p>
        </p:txBody>
      </p:sp>
    </p:spTree>
    <p:extLst>
      <p:ext uri="{BB962C8B-B14F-4D97-AF65-F5344CB8AC3E}">
        <p14:creationId xmlns:p14="http://schemas.microsoft.com/office/powerpoint/2010/main" val="7708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415DF8-BBDD-4164-9C3F-A82383E5DB8D}" type="slidenum">
              <a:rPr lang="en-US" smtClean="0"/>
              <a:t>9</a:t>
            </a:fld>
            <a:endParaRPr lang="en-US"/>
          </a:p>
        </p:txBody>
      </p:sp>
    </p:spTree>
    <p:extLst>
      <p:ext uri="{BB962C8B-B14F-4D97-AF65-F5344CB8AC3E}">
        <p14:creationId xmlns:p14="http://schemas.microsoft.com/office/powerpoint/2010/main" val="3436790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2415DF8-BBDD-4164-9C3F-A82383E5DB8D}" type="slidenum">
              <a:rPr lang="en-US" smtClean="0"/>
              <a:t>10</a:t>
            </a:fld>
            <a:endParaRPr lang="en-US"/>
          </a:p>
        </p:txBody>
      </p:sp>
    </p:spTree>
    <p:extLst>
      <p:ext uri="{BB962C8B-B14F-4D97-AF65-F5344CB8AC3E}">
        <p14:creationId xmlns:p14="http://schemas.microsoft.com/office/powerpoint/2010/main" val="28623276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310ACFA-12B9-4B67-8118-CE10B1813EC6}" type="datetimeFigureOut">
              <a:rPr lang="en-IN" smtClean="0"/>
              <a:t>24-11-2025</a:t>
            </a:fld>
            <a:endParaRPr lang="en-IN"/>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C6614CCF-976F-4BE5-BDA4-631F30879E42}" type="slidenum">
              <a:rPr lang="en-IN" smtClean="0"/>
              <a:t>‹#›</a:t>
            </a:fld>
            <a:endParaRPr lang="en-IN"/>
          </a:p>
        </p:txBody>
      </p:sp>
    </p:spTree>
    <p:extLst>
      <p:ext uri="{BB962C8B-B14F-4D97-AF65-F5344CB8AC3E}">
        <p14:creationId xmlns:p14="http://schemas.microsoft.com/office/powerpoint/2010/main" val="2474591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10ACFA-12B9-4B67-8118-CE10B1813EC6}" type="datetimeFigureOut">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558300" y="5956137"/>
            <a:ext cx="1052508" cy="365125"/>
          </a:xfrm>
        </p:spPr>
        <p:txBody>
          <a:bodyPr/>
          <a:lstStyle/>
          <a:p>
            <a:fld id="{C6614CCF-976F-4BE5-BDA4-631F30879E42}" type="slidenum">
              <a:rPr lang="en-IN" smtClean="0"/>
              <a:t>‹#›</a:t>
            </a:fld>
            <a:endParaRPr lang="en-IN"/>
          </a:p>
        </p:txBody>
      </p:sp>
    </p:spTree>
    <p:extLst>
      <p:ext uri="{BB962C8B-B14F-4D97-AF65-F5344CB8AC3E}">
        <p14:creationId xmlns:p14="http://schemas.microsoft.com/office/powerpoint/2010/main" val="1572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310ACFA-12B9-4B67-8118-CE10B1813EC6}" type="datetimeFigureOut">
              <a:rPr lang="en-IN" smtClean="0"/>
              <a:t>24-11-2025</a:t>
            </a:fld>
            <a:endParaRPr lang="en-IN"/>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C6614CCF-976F-4BE5-BDA4-631F30879E42}" type="slidenum">
              <a:rPr lang="en-IN" smtClean="0"/>
              <a:t>‹#›</a:t>
            </a:fld>
            <a:endParaRPr lang="en-IN"/>
          </a:p>
        </p:txBody>
      </p:sp>
    </p:spTree>
    <p:extLst>
      <p:ext uri="{BB962C8B-B14F-4D97-AF65-F5344CB8AC3E}">
        <p14:creationId xmlns:p14="http://schemas.microsoft.com/office/powerpoint/2010/main" val="206443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310ACFA-12B9-4B67-8118-CE10B1813EC6}" type="datetimeFigureOut">
              <a:rPr lang="en-IN" smtClean="0"/>
              <a:t>24-11-2025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614CCF-976F-4BE5-BDA4-631F30879E42}" type="slidenum">
              <a:rPr lang="en-IN" smtClean="0"/>
              <a:t>‹#›</a:t>
            </a:fld>
            <a:endParaRPr lang="en-IN"/>
          </a:p>
        </p:txBody>
      </p:sp>
    </p:spTree>
    <p:extLst>
      <p:ext uri="{BB962C8B-B14F-4D97-AF65-F5344CB8AC3E}">
        <p14:creationId xmlns:p14="http://schemas.microsoft.com/office/powerpoint/2010/main" val="3230623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310ACFA-12B9-4B67-8118-CE10B1813EC6}" type="datetimeFigureOut">
              <a:rPr lang="en-IN" smtClean="0"/>
              <a:t>24-11-2025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6614CCF-976F-4BE5-BDA4-631F30879E42}" type="slidenum">
              <a:rPr lang="en-IN" smtClean="0"/>
              <a:t>‹#›</a:t>
            </a:fld>
            <a:endParaRPr lang="en-IN"/>
          </a:p>
        </p:txBody>
      </p:sp>
    </p:spTree>
    <p:extLst>
      <p:ext uri="{BB962C8B-B14F-4D97-AF65-F5344CB8AC3E}">
        <p14:creationId xmlns:p14="http://schemas.microsoft.com/office/powerpoint/2010/main" val="1343978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310ACFA-12B9-4B67-8118-CE10B1813EC6}" type="datetimeFigureOut">
              <a:rPr lang="en-IN" smtClean="0"/>
              <a:t>24-11-2025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6614CCF-976F-4BE5-BDA4-631F30879E42}" type="slidenum">
              <a:rPr lang="en-IN" smtClean="0"/>
              <a:t>‹#›</a:t>
            </a:fld>
            <a:endParaRPr lang="en-IN"/>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364740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10ACFA-12B9-4B67-8118-CE10B1813EC6}" type="datetimeFigureOut">
              <a:rPr lang="en-IN" smtClean="0"/>
              <a:t>24-11-2025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6614CCF-976F-4BE5-BDA4-631F30879E42}" type="slidenum">
              <a:rPr lang="en-IN" smtClean="0"/>
              <a:t>‹#›</a:t>
            </a:fld>
            <a:endParaRPr lang="en-IN"/>
          </a:p>
        </p:txBody>
      </p:sp>
    </p:spTree>
    <p:extLst>
      <p:ext uri="{BB962C8B-B14F-4D97-AF65-F5344CB8AC3E}">
        <p14:creationId xmlns:p14="http://schemas.microsoft.com/office/powerpoint/2010/main" val="2093278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310ACFA-12B9-4B67-8118-CE10B1813EC6}" type="datetimeFigureOut">
              <a:rPr lang="en-IN" smtClean="0"/>
              <a:t>24-11-2025</a:t>
            </a:fld>
            <a:endParaRPr lang="en-IN"/>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C6614CCF-976F-4BE5-BDA4-631F30879E42}" type="slidenum">
              <a:rPr lang="en-IN" smtClean="0"/>
              <a:t>‹#›</a:t>
            </a:fld>
            <a:endParaRPr lang="en-IN"/>
          </a:p>
        </p:txBody>
      </p:sp>
    </p:spTree>
    <p:extLst>
      <p:ext uri="{BB962C8B-B14F-4D97-AF65-F5344CB8AC3E}">
        <p14:creationId xmlns:p14="http://schemas.microsoft.com/office/powerpoint/2010/main" val="4045980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10ACFA-12B9-4B67-8118-CE10B1813EC6}" type="datetimeFigureOut">
              <a:rPr lang="en-IN" smtClean="0"/>
              <a:t>24-11-2025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614CCF-976F-4BE5-BDA4-631F30879E42}" type="slidenum">
              <a:rPr lang="en-IN" smtClean="0"/>
              <a:t>‹#›</a:t>
            </a:fld>
            <a:endParaRPr lang="en-IN"/>
          </a:p>
        </p:txBody>
      </p:sp>
    </p:spTree>
    <p:extLst>
      <p:ext uri="{BB962C8B-B14F-4D97-AF65-F5344CB8AC3E}">
        <p14:creationId xmlns:p14="http://schemas.microsoft.com/office/powerpoint/2010/main" val="2747233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10ACFA-12B9-4B67-8118-CE10B1813EC6}" type="datetimeFigureOut">
              <a:rPr lang="en-IN" smtClean="0"/>
              <a:t>24-11-2025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614CCF-976F-4BE5-BDA4-631F30879E42}" type="slidenum">
              <a:rPr lang="en-IN" smtClean="0"/>
              <a:t>‹#›</a:t>
            </a:fld>
            <a:endParaRPr lang="en-IN"/>
          </a:p>
        </p:txBody>
      </p:sp>
    </p:spTree>
    <p:extLst>
      <p:ext uri="{BB962C8B-B14F-4D97-AF65-F5344CB8AC3E}">
        <p14:creationId xmlns:p14="http://schemas.microsoft.com/office/powerpoint/2010/main" val="3977252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310ACFA-12B9-4B67-8118-CE10B1813EC6}" type="datetimeFigureOut">
              <a:rPr lang="en-IN" smtClean="0"/>
              <a:t>24-11-2025</a:t>
            </a:fld>
            <a:endParaRPr lang="en-IN"/>
          </a:p>
        </p:txBody>
      </p:sp>
      <p:sp>
        <p:nvSpPr>
          <p:cNvPr id="5" name="Footer Placeholder 4"/>
          <p:cNvSpPr>
            <a:spLocks noGrp="1"/>
          </p:cNvSpPr>
          <p:nvPr>
            <p:ph type="ftr" sz="quarter" idx="11"/>
          </p:nvPr>
        </p:nvSpPr>
        <p:spPr>
          <a:xfrm>
            <a:off x="774923" y="5951811"/>
            <a:ext cx="7896279" cy="365125"/>
          </a:xfrm>
        </p:spPr>
        <p:txBody>
          <a:bodyPr/>
          <a:lstStyle/>
          <a:p>
            <a:endParaRPr lang="en-IN"/>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C6614CCF-976F-4BE5-BDA4-631F30879E42}" type="slidenum">
              <a:rPr lang="en-IN" smtClean="0"/>
              <a:t>‹#›</a:t>
            </a:fld>
            <a:endParaRPr lang="en-IN"/>
          </a:p>
        </p:txBody>
      </p:sp>
    </p:spTree>
    <p:extLst>
      <p:ext uri="{BB962C8B-B14F-4D97-AF65-F5344CB8AC3E}">
        <p14:creationId xmlns:p14="http://schemas.microsoft.com/office/powerpoint/2010/main" val="483435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5709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310ACFA-12B9-4B67-8118-CE10B1813EC6}" type="datetimeFigureOut">
              <a:rPr lang="en-IN" smtClean="0"/>
              <a:t>24-11-2025</a:t>
            </a:fld>
            <a:endParaRPr lang="en-IN"/>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IN"/>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C6614CCF-976F-4BE5-BDA4-631F30879E42}" type="slidenum">
              <a:rPr lang="en-IN" smtClean="0"/>
              <a:t>‹#›</a:t>
            </a:fld>
            <a:endParaRPr lang="en-IN"/>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3620867189"/>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4.jpg"/><Relationship Id="rId5" Type="http://schemas.openxmlformats.org/officeDocument/2006/relationships/image" Target="../media/image13.jpg"/><Relationship Id="rId4" Type="http://schemas.openxmlformats.org/officeDocument/2006/relationships/image" Target="../media/image12.jpg"/></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17E4B-1450-A034-F608-72C89FF4F9C3}"/>
              </a:ext>
            </a:extLst>
          </p:cNvPr>
          <p:cNvSpPr>
            <a:spLocks noGrp="1"/>
          </p:cNvSpPr>
          <p:nvPr>
            <p:ph type="ctrTitle"/>
          </p:nvPr>
        </p:nvSpPr>
        <p:spPr>
          <a:xfrm>
            <a:off x="441789" y="390294"/>
            <a:ext cx="7587089" cy="1569660"/>
          </a:xfrm>
        </p:spPr>
        <p:txBody>
          <a:bodyPr>
            <a:normAutofit/>
          </a:bodyPr>
          <a:lstStyle/>
          <a:p>
            <a:r>
              <a:rPr lang="en-GB" sz="4800" b="1" dirty="0">
                <a:solidFill>
                  <a:schemeClr val="tx1"/>
                </a:solidFill>
                <a:latin typeface="Times New Roman" panose="02020603050405020304" pitchFamily="18" charset="0"/>
                <a:cs typeface="Times New Roman" panose="02020603050405020304" pitchFamily="18" charset="0"/>
              </a:rPr>
              <a:t>Dr Adesh Saxena</a:t>
            </a:r>
            <a:br>
              <a:rPr lang="en-GB" sz="5400" dirty="0">
                <a:solidFill>
                  <a:schemeClr val="bg1"/>
                </a:solidFill>
                <a:latin typeface="Times New Roman" panose="02020603050405020304" pitchFamily="18" charset="0"/>
                <a:cs typeface="Times New Roman" panose="02020603050405020304" pitchFamily="18" charset="0"/>
              </a:rPr>
            </a:br>
            <a:r>
              <a:rPr lang="en-GB" sz="4000" dirty="0">
                <a:solidFill>
                  <a:schemeClr val="tx1"/>
                </a:solidFill>
                <a:latin typeface="Times New Roman" panose="02020603050405020304" pitchFamily="18" charset="0"/>
                <a:cs typeface="Times New Roman" panose="02020603050405020304" pitchFamily="18" charset="0"/>
              </a:rPr>
              <a:t>MS ENT  </a:t>
            </a:r>
            <a:endParaRPr lang="en-IN" sz="4000" dirty="0">
              <a:solidFill>
                <a:schemeClr val="tx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870E259-F98F-4BC9-A17C-589976A29693}"/>
              </a:ext>
            </a:extLst>
          </p:cNvPr>
          <p:cNvSpPr>
            <a:spLocks noGrp="1"/>
          </p:cNvSpPr>
          <p:nvPr>
            <p:ph type="subTitle" idx="1"/>
          </p:nvPr>
        </p:nvSpPr>
        <p:spPr>
          <a:xfrm>
            <a:off x="627195" y="4285934"/>
            <a:ext cx="5338511" cy="1055142"/>
          </a:xfrm>
        </p:spPr>
        <p:txBody>
          <a:bodyPr>
            <a:normAutofit/>
          </a:bodyPr>
          <a:lstStyle/>
          <a:p>
            <a:pPr>
              <a:spcBef>
                <a:spcPts val="0"/>
              </a:spcBef>
            </a:pPr>
            <a:endParaRPr lang="en-IN" sz="2000" dirty="0">
              <a:solidFill>
                <a:schemeClr val="bg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4097C4F-CC9D-263A-181B-FC6C0B438660}"/>
              </a:ext>
            </a:extLst>
          </p:cNvPr>
          <p:cNvPicPr>
            <a:picLocks noChangeAspect="1"/>
          </p:cNvPicPr>
          <p:nvPr/>
        </p:nvPicPr>
        <p:blipFill>
          <a:blip r:embed="rId3">
            <a:extLst>
              <a:ext uri="{28A0092B-C50C-407E-A947-70E740481C1C}">
                <a14:useLocalDpi xmlns:a14="http://schemas.microsoft.com/office/drawing/2010/main" val="0"/>
              </a:ext>
            </a:extLst>
          </a:blip>
          <a:srcRect b="24583"/>
          <a:stretch>
            <a:fillRect/>
          </a:stretch>
        </p:blipFill>
        <p:spPr>
          <a:xfrm>
            <a:off x="8374522" y="496876"/>
            <a:ext cx="3230724" cy="2436509"/>
          </a:xfrm>
          <a:prstGeom prst="rect">
            <a:avLst/>
          </a:prstGeom>
        </p:spPr>
      </p:pic>
      <p:pic>
        <p:nvPicPr>
          <p:cNvPr id="6" name="Picture 5" descr="A person wearing glasses and a black shirt&#10;&#10;AI-generated content may be incorrect.">
            <a:extLst>
              <a:ext uri="{FF2B5EF4-FFF2-40B4-BE49-F238E27FC236}">
                <a16:creationId xmlns:a16="http://schemas.microsoft.com/office/drawing/2014/main" id="{36631E88-025C-B90A-23C1-F84913DF22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7029" y="2040673"/>
            <a:ext cx="3600450" cy="4315522"/>
          </a:xfrm>
          <a:prstGeom prst="rect">
            <a:avLst/>
          </a:prstGeom>
        </p:spPr>
      </p:pic>
      <p:sp>
        <p:nvSpPr>
          <p:cNvPr id="8" name="TextBox 7">
            <a:extLst>
              <a:ext uri="{FF2B5EF4-FFF2-40B4-BE49-F238E27FC236}">
                <a16:creationId xmlns:a16="http://schemas.microsoft.com/office/drawing/2014/main" id="{0AB7DDDA-C5DC-8455-33F9-096ECA9F6289}"/>
              </a:ext>
            </a:extLst>
          </p:cNvPr>
          <p:cNvSpPr txBox="1"/>
          <p:nvPr/>
        </p:nvSpPr>
        <p:spPr>
          <a:xfrm>
            <a:off x="4605455" y="4286766"/>
            <a:ext cx="6200078" cy="1569660"/>
          </a:xfrm>
          <a:prstGeom prst="rect">
            <a:avLst/>
          </a:prstGeom>
          <a:noFill/>
        </p:spPr>
        <p:txBody>
          <a:bodyPr wrap="square">
            <a:spAutoFit/>
          </a:bodyPr>
          <a:lstStyle/>
          <a:p>
            <a:pPr>
              <a:spcBef>
                <a:spcPts val="0"/>
              </a:spcBef>
            </a:pPr>
            <a:r>
              <a:rPr lang="en-GB" sz="3200" dirty="0">
                <a:solidFill>
                  <a:schemeClr val="bg1"/>
                </a:solidFill>
                <a:latin typeface="Times New Roman" panose="02020603050405020304" pitchFamily="18" charset="0"/>
                <a:cs typeface="Times New Roman" panose="02020603050405020304" pitchFamily="18" charset="0"/>
              </a:rPr>
              <a:t>Director and CEO Shri Ashwini Saxena Hospital </a:t>
            </a:r>
          </a:p>
          <a:p>
            <a:pPr>
              <a:spcBef>
                <a:spcPts val="0"/>
              </a:spcBef>
            </a:pPr>
            <a:r>
              <a:rPr lang="en-GB" sz="3200" dirty="0">
                <a:solidFill>
                  <a:schemeClr val="bg1"/>
                </a:solidFill>
                <a:latin typeface="Times New Roman" panose="02020603050405020304" pitchFamily="18" charset="0"/>
                <a:cs typeface="Times New Roman" panose="02020603050405020304" pitchFamily="18" charset="0"/>
              </a:rPr>
              <a:t>Rewari</a:t>
            </a:r>
            <a:endParaRPr lang="en-IN" sz="3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3133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nodePh="1">
                                  <p:stCondLst>
                                    <p:cond delay="1000"/>
                                  </p:stCondLst>
                                  <p:endCondLst>
                                    <p:cond evt="begin" delay="0">
                                      <p:tn val="8"/>
                                    </p:cond>
                                  </p:end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18437-765B-7CC7-9A71-9A360C67B73C}"/>
              </a:ext>
            </a:extLst>
          </p:cNvPr>
          <p:cNvSpPr>
            <a:spLocks noGrp="1"/>
          </p:cNvSpPr>
          <p:nvPr>
            <p:ph type="title"/>
          </p:nvPr>
        </p:nvSpPr>
        <p:spPr>
          <a:xfrm>
            <a:off x="446261" y="415674"/>
            <a:ext cx="6002110" cy="1495425"/>
          </a:xfrm>
        </p:spPr>
        <p:txBody>
          <a:bodyPr>
            <a:noAutofit/>
          </a:bodyPr>
          <a:lstStyle/>
          <a:p>
            <a:r>
              <a:rPr lang="en-US" sz="3200" dirty="0">
                <a:latin typeface="Times New Roman" panose="02020603050405020304" pitchFamily="18" charset="0"/>
                <a:ea typeface="Bricolage Grotesque Semi Bold" pitchFamily="34" charset="-122"/>
                <a:cs typeface="Times New Roman" panose="02020603050405020304" pitchFamily="18" charset="0"/>
              </a:rPr>
              <a:t>Academic Excellence</a:t>
            </a:r>
            <a:br>
              <a:rPr lang="en-US"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94BCC86-1385-C379-C34C-864BFAB89B71}"/>
              </a:ext>
            </a:extLst>
          </p:cNvPr>
          <p:cNvSpPr>
            <a:spLocks noGrp="1"/>
          </p:cNvSpPr>
          <p:nvPr>
            <p:ph idx="1"/>
          </p:nvPr>
        </p:nvSpPr>
        <p:spPr>
          <a:xfrm>
            <a:off x="446261" y="2415341"/>
            <a:ext cx="6002110" cy="3729034"/>
          </a:xfrm>
        </p:spPr>
        <p:txBody>
          <a:bodyPr>
            <a:normAutofit/>
          </a:bodyPr>
          <a:lstStyle/>
          <a:p>
            <a:r>
              <a:rPr lang="en-IN" sz="2100" dirty="0">
                <a:latin typeface="Times New Roman" panose="02020603050405020304" pitchFamily="18" charset="0"/>
                <a:cs typeface="Times New Roman" panose="02020603050405020304" pitchFamily="18" charset="0"/>
              </a:rPr>
              <a:t>MBBS 1983, University College of Medical Sciences, Delhi University  </a:t>
            </a:r>
          </a:p>
          <a:p>
            <a:r>
              <a:rPr lang="en-IN" sz="2100" dirty="0">
                <a:latin typeface="Times New Roman" panose="02020603050405020304" pitchFamily="18" charset="0"/>
                <a:cs typeface="Times New Roman" panose="02020603050405020304" pitchFamily="18" charset="0"/>
              </a:rPr>
              <a:t>MS (ENT) 1987, Safdarjung Hospital, Delhi University </a:t>
            </a:r>
          </a:p>
          <a:p>
            <a:r>
              <a:rPr lang="en-IN" sz="2100" dirty="0">
                <a:latin typeface="Times New Roman" panose="02020603050405020304" pitchFamily="18" charset="0"/>
                <a:cs typeface="Times New Roman" panose="02020603050405020304" pitchFamily="18" charset="0"/>
              </a:rPr>
              <a:t>Thesis for PG was extremely path breaking “ External Rhinoplasty "where Actual cadaveric dissections were carried out along with surgeries on patients  in 1985 “</a:t>
            </a:r>
          </a:p>
        </p:txBody>
      </p:sp>
      <p:pic>
        <p:nvPicPr>
          <p:cNvPr id="5" name="Picture 4">
            <a:extLst>
              <a:ext uri="{FF2B5EF4-FFF2-40B4-BE49-F238E27FC236}">
                <a16:creationId xmlns:a16="http://schemas.microsoft.com/office/drawing/2014/main" id="{3B7B7F3E-1DF0-4B82-C7A9-270281FA1F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1848" y="1797977"/>
            <a:ext cx="3373891" cy="5060023"/>
          </a:xfrm>
          <a:prstGeom prst="rect">
            <a:avLst/>
          </a:prstGeom>
        </p:spPr>
      </p:pic>
    </p:spTree>
    <p:extLst>
      <p:ext uri="{BB962C8B-B14F-4D97-AF65-F5344CB8AC3E}">
        <p14:creationId xmlns:p14="http://schemas.microsoft.com/office/powerpoint/2010/main" val="192336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FC2B4-FEAE-6461-EE12-64E558A4B7BD}"/>
              </a:ext>
            </a:extLst>
          </p:cNvPr>
          <p:cNvSpPr>
            <a:spLocks noGrp="1"/>
          </p:cNvSpPr>
          <p:nvPr>
            <p:ph type="title"/>
          </p:nvPr>
        </p:nvSpPr>
        <p:spPr>
          <a:xfrm>
            <a:off x="600373" y="97174"/>
            <a:ext cx="6002110" cy="1495425"/>
          </a:xfrm>
        </p:spPr>
        <p:txBody>
          <a:bodyPr>
            <a:normAutofit/>
          </a:bodyPr>
          <a:lstStyle/>
          <a:p>
            <a:r>
              <a:rPr lang="en-GB" sz="3200" dirty="0">
                <a:latin typeface="Times New Roman" panose="02020603050405020304" pitchFamily="18" charset="0"/>
                <a:cs typeface="Times New Roman" panose="02020603050405020304" pitchFamily="18" charset="0"/>
              </a:rPr>
              <a:t>Accolades</a:t>
            </a:r>
            <a:r>
              <a:rPr lang="en-GB" sz="4000" dirty="0"/>
              <a:t> </a:t>
            </a:r>
            <a:endParaRPr lang="en-IN" sz="4000" dirty="0"/>
          </a:p>
        </p:txBody>
      </p:sp>
      <p:sp>
        <p:nvSpPr>
          <p:cNvPr id="3" name="Content Placeholder 2">
            <a:extLst>
              <a:ext uri="{FF2B5EF4-FFF2-40B4-BE49-F238E27FC236}">
                <a16:creationId xmlns:a16="http://schemas.microsoft.com/office/drawing/2014/main" id="{E2AFFF65-FD2D-4A1B-57CC-16745CED5FA1}"/>
              </a:ext>
            </a:extLst>
          </p:cNvPr>
          <p:cNvSpPr>
            <a:spLocks noGrp="1"/>
          </p:cNvSpPr>
          <p:nvPr>
            <p:ph idx="1"/>
          </p:nvPr>
        </p:nvSpPr>
        <p:spPr>
          <a:xfrm>
            <a:off x="836680" y="2405067"/>
            <a:ext cx="6002110" cy="3729034"/>
          </a:xfrm>
        </p:spPr>
        <p:txBody>
          <a:bodyPr>
            <a:normAutofit/>
          </a:bodyPr>
          <a:lstStyle/>
          <a:p>
            <a:r>
              <a:rPr lang="en-IN" sz="2100" dirty="0">
                <a:latin typeface="Times New Roman" panose="02020603050405020304" pitchFamily="18" charset="0"/>
                <a:cs typeface="Times New Roman" panose="02020603050405020304" pitchFamily="18" charset="0"/>
              </a:rPr>
              <a:t>Received Gold Medal and Prestigious </a:t>
            </a:r>
            <a:r>
              <a:rPr lang="en-IN" sz="2100" b="1" dirty="0" err="1">
                <a:latin typeface="Times New Roman" panose="02020603050405020304" pitchFamily="18" charset="0"/>
                <a:cs typeface="Times New Roman" panose="02020603050405020304" pitchFamily="18" charset="0"/>
              </a:rPr>
              <a:t>Smt</a:t>
            </a:r>
            <a:r>
              <a:rPr lang="en-IN" sz="2100" b="1" dirty="0">
                <a:latin typeface="Times New Roman" panose="02020603050405020304" pitchFamily="18" charset="0"/>
                <a:cs typeface="Times New Roman" panose="02020603050405020304" pitchFamily="18" charset="0"/>
              </a:rPr>
              <a:t> Mukut </a:t>
            </a:r>
            <a:r>
              <a:rPr lang="en-IN" sz="2100" b="1" dirty="0" err="1">
                <a:latin typeface="Times New Roman" panose="02020603050405020304" pitchFamily="18" charset="0"/>
                <a:cs typeface="Times New Roman" panose="02020603050405020304" pitchFamily="18" charset="0"/>
              </a:rPr>
              <a:t>Saharia</a:t>
            </a:r>
            <a:r>
              <a:rPr lang="en-IN" sz="2100" b="1" dirty="0">
                <a:latin typeface="Times New Roman" panose="02020603050405020304" pitchFamily="18" charset="0"/>
                <a:cs typeface="Times New Roman" panose="02020603050405020304" pitchFamily="18" charset="0"/>
              </a:rPr>
              <a:t> Award</a:t>
            </a:r>
            <a:r>
              <a:rPr lang="en-IN" sz="2100" dirty="0">
                <a:latin typeface="Times New Roman" panose="02020603050405020304" pitchFamily="18" charset="0"/>
                <a:cs typeface="Times New Roman" panose="02020603050405020304" pitchFamily="18" charset="0"/>
              </a:rPr>
              <a:t> 1987 at AOI Delhi </a:t>
            </a:r>
          </a:p>
          <a:p>
            <a:r>
              <a:rPr lang="en-IN" sz="2100" dirty="0">
                <a:latin typeface="Times New Roman" panose="02020603050405020304" pitchFamily="18" charset="0"/>
                <a:cs typeface="Times New Roman" panose="02020603050405020304" pitchFamily="18" charset="0"/>
              </a:rPr>
              <a:t>Was a faculty in </a:t>
            </a:r>
            <a:r>
              <a:rPr lang="en-IN" sz="2100" b="1" dirty="0">
                <a:latin typeface="Times New Roman" panose="02020603050405020304" pitchFamily="18" charset="0"/>
                <a:cs typeface="Times New Roman" panose="02020603050405020304" pitchFamily="18" charset="0"/>
              </a:rPr>
              <a:t>First RHINOCON  </a:t>
            </a:r>
            <a:r>
              <a:rPr lang="en-IN" sz="2100" dirty="0">
                <a:latin typeface="Times New Roman" panose="02020603050405020304" pitchFamily="18" charset="0"/>
                <a:cs typeface="Times New Roman" panose="02020603050405020304" pitchFamily="18" charset="0"/>
              </a:rPr>
              <a:t>in 1987 in Delhi </a:t>
            </a:r>
          </a:p>
          <a:p>
            <a:r>
              <a:rPr lang="en-IN" sz="2100" dirty="0">
                <a:latin typeface="Times New Roman" panose="02020603050405020304" pitchFamily="18" charset="0"/>
                <a:cs typeface="Times New Roman" panose="02020603050405020304" pitchFamily="18" charset="0"/>
              </a:rPr>
              <a:t>Presented paper and poster at </a:t>
            </a:r>
            <a:r>
              <a:rPr lang="en-IN" sz="2100" dirty="0" err="1">
                <a:latin typeface="Times New Roman" panose="02020603050405020304" pitchFamily="18" charset="0"/>
                <a:cs typeface="Times New Roman" panose="02020603050405020304" pitchFamily="18" charset="0"/>
              </a:rPr>
              <a:t>Rhinocon</a:t>
            </a:r>
            <a:r>
              <a:rPr lang="en-IN" sz="2100" dirty="0">
                <a:latin typeface="Times New Roman" panose="02020603050405020304" pitchFamily="18" charset="0"/>
                <a:cs typeface="Times New Roman" panose="02020603050405020304" pitchFamily="18" charset="0"/>
              </a:rPr>
              <a:t> in Jeddah KSA 1994  and European </a:t>
            </a:r>
            <a:r>
              <a:rPr lang="en-IN" sz="2100" dirty="0" err="1">
                <a:latin typeface="Times New Roman" panose="02020603050405020304" pitchFamily="18" charset="0"/>
                <a:cs typeface="Times New Roman" panose="02020603050405020304" pitchFamily="18" charset="0"/>
              </a:rPr>
              <a:t>Rhinocon</a:t>
            </a:r>
            <a:r>
              <a:rPr lang="en-IN" sz="2100" dirty="0">
                <a:latin typeface="Times New Roman" panose="02020603050405020304" pitchFamily="18" charset="0"/>
                <a:cs typeface="Times New Roman" panose="02020603050405020304" pitchFamily="18" charset="0"/>
              </a:rPr>
              <a:t> in June 1994 at Copenhagen .</a:t>
            </a:r>
          </a:p>
          <a:p>
            <a:endParaRPr lang="en-IN" sz="2000" dirty="0"/>
          </a:p>
          <a:p>
            <a:endParaRPr lang="en-IN" sz="2000" dirty="0"/>
          </a:p>
        </p:txBody>
      </p:sp>
      <p:pic>
        <p:nvPicPr>
          <p:cNvPr id="5" name="Picture 4">
            <a:extLst>
              <a:ext uri="{FF2B5EF4-FFF2-40B4-BE49-F238E27FC236}">
                <a16:creationId xmlns:a16="http://schemas.microsoft.com/office/drawing/2014/main" id="{73A9FCA8-23CA-F703-F230-C58E5C4274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44081" y="2866490"/>
            <a:ext cx="3060686" cy="3878494"/>
          </a:xfrm>
          <a:prstGeom prst="rect">
            <a:avLst/>
          </a:prstGeom>
        </p:spPr>
      </p:pic>
    </p:spTree>
    <p:extLst>
      <p:ext uri="{BB962C8B-B14F-4D97-AF65-F5344CB8AC3E}">
        <p14:creationId xmlns:p14="http://schemas.microsoft.com/office/powerpoint/2010/main" val="2472650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4C044-FDE1-CF6A-6942-48F19F162023}"/>
              </a:ext>
            </a:extLst>
          </p:cNvPr>
          <p:cNvSpPr>
            <a:spLocks noGrp="1"/>
          </p:cNvSpPr>
          <p:nvPr>
            <p:ph type="title"/>
          </p:nvPr>
        </p:nvSpPr>
        <p:spPr>
          <a:xfrm>
            <a:off x="429791" y="664433"/>
            <a:ext cx="4453878" cy="790098"/>
          </a:xfrm>
        </p:spPr>
        <p:txBody>
          <a:bodyPr anchor="b">
            <a:normAutofit/>
          </a:bodyPr>
          <a:lstStyle/>
          <a:p>
            <a:r>
              <a:rPr lang="en-GB" sz="3200" dirty="0">
                <a:latin typeface="Times New Roman" panose="02020603050405020304" pitchFamily="18" charset="0"/>
                <a:cs typeface="Times New Roman" panose="02020603050405020304" pitchFamily="18" charset="0"/>
              </a:rPr>
              <a:t>Positions held </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5F9D2E8-D65C-2FE7-D81E-BFF86BFB5DBB}"/>
              </a:ext>
            </a:extLst>
          </p:cNvPr>
          <p:cNvSpPr>
            <a:spLocks noGrp="1"/>
          </p:cNvSpPr>
          <p:nvPr>
            <p:ph idx="1"/>
          </p:nvPr>
        </p:nvSpPr>
        <p:spPr>
          <a:xfrm>
            <a:off x="429791" y="2116900"/>
            <a:ext cx="7586867" cy="4576704"/>
          </a:xfrm>
        </p:spPr>
        <p:txBody>
          <a:bodyPr>
            <a:normAutofit fontScale="92500" lnSpcReduction="10000"/>
          </a:bodyPr>
          <a:lstStyle/>
          <a:p>
            <a:r>
              <a:rPr lang="en-IN" sz="2400" b="1" dirty="0">
                <a:latin typeface="Times New Roman" panose="02020603050405020304" pitchFamily="18" charset="0"/>
                <a:cs typeface="Times New Roman" panose="02020603050405020304" pitchFamily="18" charset="0"/>
              </a:rPr>
              <a:t>Former Secretary of AOI (</a:t>
            </a:r>
            <a:r>
              <a:rPr lang="en-US" sz="2400" dirty="0">
                <a:solidFill>
                  <a:srgbClr val="2C2926"/>
                </a:solidFill>
                <a:latin typeface="Times New Roman" panose="02020603050405020304" pitchFamily="18" charset="0"/>
                <a:ea typeface="Inter" pitchFamily="34" charset="-122"/>
                <a:cs typeface="Times New Roman" panose="02020603050405020304" pitchFamily="18" charset="0"/>
              </a:rPr>
              <a:t>Association of Otolaryngologists of India)</a:t>
            </a:r>
            <a:r>
              <a:rPr lang="en-IN" sz="2400" b="1" dirty="0">
                <a:latin typeface="Times New Roman" panose="02020603050405020304" pitchFamily="18" charset="0"/>
                <a:cs typeface="Times New Roman" panose="02020603050405020304" pitchFamily="18" charset="0"/>
              </a:rPr>
              <a:t> Haryana</a:t>
            </a:r>
          </a:p>
          <a:p>
            <a:r>
              <a:rPr lang="en-IN" sz="2400" b="1" dirty="0">
                <a:latin typeface="Times New Roman" panose="02020603050405020304" pitchFamily="18" charset="0"/>
                <a:cs typeface="Times New Roman" panose="02020603050405020304" pitchFamily="18" charset="0"/>
              </a:rPr>
              <a:t>Former President of AOI (</a:t>
            </a:r>
            <a:r>
              <a:rPr lang="en-US" sz="2400" dirty="0">
                <a:solidFill>
                  <a:srgbClr val="2C2926"/>
                </a:solidFill>
                <a:latin typeface="Times New Roman" panose="02020603050405020304" pitchFamily="18" charset="0"/>
                <a:ea typeface="Inter" pitchFamily="34" charset="-122"/>
                <a:cs typeface="Times New Roman" panose="02020603050405020304" pitchFamily="18" charset="0"/>
              </a:rPr>
              <a:t>Association of Otolaryngologists of India)</a:t>
            </a:r>
            <a:r>
              <a:rPr lang="en-IN" sz="2400" b="1" dirty="0">
                <a:latin typeface="Times New Roman" panose="02020603050405020304" pitchFamily="18" charset="0"/>
                <a:cs typeface="Times New Roman" panose="02020603050405020304" pitchFamily="18" charset="0"/>
              </a:rPr>
              <a:t> Haryana</a:t>
            </a:r>
          </a:p>
          <a:p>
            <a:r>
              <a:rPr lang="en-IN" sz="2400" b="1" dirty="0">
                <a:latin typeface="Times New Roman" panose="02020603050405020304" pitchFamily="18" charset="0"/>
                <a:cs typeface="Times New Roman" panose="02020603050405020304" pitchFamily="18" charset="0"/>
              </a:rPr>
              <a:t>Former Patron AOI (</a:t>
            </a:r>
            <a:r>
              <a:rPr lang="en-US" sz="2400" dirty="0">
                <a:solidFill>
                  <a:srgbClr val="2C2926"/>
                </a:solidFill>
                <a:latin typeface="Times New Roman" panose="02020603050405020304" pitchFamily="18" charset="0"/>
                <a:ea typeface="Inter" pitchFamily="34" charset="-122"/>
                <a:cs typeface="Times New Roman" panose="02020603050405020304" pitchFamily="18" charset="0"/>
              </a:rPr>
              <a:t>Association of Otolaryngologists of India) </a:t>
            </a:r>
            <a:r>
              <a:rPr lang="en-IN" sz="2400" b="1" dirty="0">
                <a:latin typeface="Times New Roman" panose="02020603050405020304" pitchFamily="18" charset="0"/>
                <a:cs typeface="Times New Roman" panose="02020603050405020304" pitchFamily="18" charset="0"/>
              </a:rPr>
              <a:t> Haryana </a:t>
            </a:r>
          </a:p>
          <a:p>
            <a:r>
              <a:rPr lang="en-IN" sz="2400" b="1" dirty="0">
                <a:latin typeface="Times New Roman" panose="02020603050405020304" pitchFamily="18" charset="0"/>
                <a:cs typeface="Times New Roman" panose="02020603050405020304" pitchFamily="18" charset="0"/>
              </a:rPr>
              <a:t>Former President IMA Rewari </a:t>
            </a:r>
          </a:p>
          <a:p>
            <a:r>
              <a:rPr lang="en-IN" sz="2400" b="1" dirty="0">
                <a:latin typeface="Times New Roman" panose="02020603050405020304" pitchFamily="18" charset="0"/>
                <a:cs typeface="Times New Roman" panose="02020603050405020304" pitchFamily="18" charset="0"/>
              </a:rPr>
              <a:t>Former President Lions Club of Rewari </a:t>
            </a:r>
          </a:p>
          <a:p>
            <a:r>
              <a:rPr lang="en-IN" sz="2400" b="1" dirty="0">
                <a:latin typeface="Times New Roman" panose="02020603050405020304" pitchFamily="18" charset="0"/>
                <a:cs typeface="Times New Roman" panose="02020603050405020304" pitchFamily="18" charset="0"/>
              </a:rPr>
              <a:t>Former President Shri Chitragupt Sabha Rewari</a:t>
            </a:r>
          </a:p>
          <a:p>
            <a:r>
              <a:rPr lang="en-IN" sz="2400" b="1" dirty="0">
                <a:latin typeface="Times New Roman" panose="02020603050405020304" pitchFamily="18" charset="0"/>
                <a:cs typeface="Times New Roman" panose="02020603050405020304" pitchFamily="18" charset="0"/>
              </a:rPr>
              <a:t>Haryana Representative of NISS (National Initiative for Safe Sound)</a:t>
            </a:r>
          </a:p>
          <a:p>
            <a:endParaRPr lang="en-IN" sz="1900" dirty="0"/>
          </a:p>
        </p:txBody>
      </p:sp>
      <p:pic>
        <p:nvPicPr>
          <p:cNvPr id="8" name="Picture 7">
            <a:extLst>
              <a:ext uri="{FF2B5EF4-FFF2-40B4-BE49-F238E27FC236}">
                <a16:creationId xmlns:a16="http://schemas.microsoft.com/office/drawing/2014/main" id="{09D9D3FF-A262-B211-B6BE-D064502DB4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3164" y="1801852"/>
            <a:ext cx="3399045" cy="5056148"/>
          </a:xfrm>
          <a:prstGeom prst="ellipse">
            <a:avLst/>
          </a:prstGeom>
          <a:ln>
            <a:noFill/>
          </a:ln>
          <a:effectLst>
            <a:softEdge rad="112500"/>
          </a:effectLst>
        </p:spPr>
      </p:pic>
    </p:spTree>
    <p:extLst>
      <p:ext uri="{BB962C8B-B14F-4D97-AF65-F5344CB8AC3E}">
        <p14:creationId xmlns:p14="http://schemas.microsoft.com/office/powerpoint/2010/main" val="2987952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B9BE4-D3C5-0D2F-221F-654A83E3A00B}"/>
              </a:ext>
            </a:extLst>
          </p:cNvPr>
          <p:cNvSpPr>
            <a:spLocks noGrp="1"/>
          </p:cNvSpPr>
          <p:nvPr>
            <p:ph type="title"/>
          </p:nvPr>
        </p:nvSpPr>
        <p:spPr>
          <a:xfrm>
            <a:off x="457902" y="492301"/>
            <a:ext cx="11029616" cy="1013800"/>
          </a:xfrm>
        </p:spPr>
        <p:txBody>
          <a:bodyPr>
            <a:normAutofit/>
          </a:bodyPr>
          <a:lstStyle/>
          <a:p>
            <a:r>
              <a:rPr lang="en-GB" sz="3200" dirty="0">
                <a:latin typeface="Times New Roman" panose="02020603050405020304" pitchFamily="18" charset="0"/>
                <a:cs typeface="Times New Roman" panose="02020603050405020304" pitchFamily="18" charset="0"/>
              </a:rPr>
              <a:t>Organised Haryana AOICONs /Awareness Camps  </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6492AA4-379D-7C55-03D4-2A5E6FE8144F}"/>
              </a:ext>
            </a:extLst>
          </p:cNvPr>
          <p:cNvSpPr>
            <a:spLocks noGrp="1"/>
          </p:cNvSpPr>
          <p:nvPr>
            <p:ph idx="1"/>
          </p:nvPr>
        </p:nvSpPr>
        <p:spPr/>
        <p:txBody>
          <a:bodyPr>
            <a:normAutofit/>
          </a:bodyPr>
          <a:lstStyle/>
          <a:p>
            <a:r>
              <a:rPr lang="en-GB" sz="2100" dirty="0">
                <a:latin typeface="Times New Roman" panose="02020603050405020304" pitchFamily="18" charset="0"/>
                <a:cs typeface="Times New Roman" panose="02020603050405020304" pitchFamily="18" charset="0"/>
              </a:rPr>
              <a:t>In 2007 as Org Sec at Rewari ,Two-day Conference with 13 live surgeries ,Memorable academics , vibrant cultural extravaganza and Instituted the Prestigious ASHWINI SAXENA ORATION @ ANNUAL HARAYAN AOICON first time in 2007 and now  for last 18 years , honouring eminent ENT Luminaries  .</a:t>
            </a:r>
            <a:endParaRPr lang="en-IN" sz="2100" dirty="0">
              <a:latin typeface="Times New Roman" panose="02020603050405020304" pitchFamily="18" charset="0"/>
              <a:cs typeface="Times New Roman" panose="02020603050405020304" pitchFamily="18" charset="0"/>
            </a:endParaRPr>
          </a:p>
          <a:p>
            <a:r>
              <a:rPr lang="en-GB" sz="2100" dirty="0">
                <a:latin typeface="Times New Roman" panose="02020603050405020304" pitchFamily="18" charset="0"/>
                <a:cs typeface="Times New Roman" panose="02020603050405020304" pitchFamily="18" charset="0"/>
              </a:rPr>
              <a:t>Organised Haryana AOICON in Thailand as Org Chairperson in October 2019.</a:t>
            </a:r>
          </a:p>
          <a:p>
            <a:r>
              <a:rPr lang="en-GB" sz="2100" dirty="0">
                <a:latin typeface="Times New Roman" panose="02020603050405020304" pitchFamily="18" charset="0"/>
                <a:cs typeface="Times New Roman" panose="02020603050405020304" pitchFamily="18" charset="0"/>
              </a:rPr>
              <a:t>Awareness camps for Safe Sound Initiative / Free New born hearing Screening in all deliveries @ Shri Ashwini Saxena Hospital since 2015.First Cochlear Implant surgery in Rewari on </a:t>
            </a:r>
          </a:p>
          <a:p>
            <a:r>
              <a:rPr lang="en-GB" sz="2100" dirty="0">
                <a:latin typeface="Times New Roman" panose="02020603050405020304" pitchFamily="18" charset="0"/>
                <a:cs typeface="Times New Roman" panose="02020603050405020304" pitchFamily="18" charset="0"/>
              </a:rPr>
              <a:t>Always encouraged and promoted Academics ,Ethics ,Empathy and Mentorship </a:t>
            </a:r>
          </a:p>
          <a:p>
            <a:r>
              <a:rPr lang="en-GB" sz="2100" dirty="0">
                <a:latin typeface="Times New Roman" panose="02020603050405020304" pitchFamily="18" charset="0"/>
                <a:cs typeface="Times New Roman" panose="02020603050405020304" pitchFamily="18" charset="0"/>
              </a:rPr>
              <a:t>Participated actively as Speaker ,</a:t>
            </a:r>
            <a:r>
              <a:rPr lang="en-GB" sz="2100" dirty="0" err="1">
                <a:latin typeface="Times New Roman" panose="02020603050405020304" pitchFamily="18" charset="0"/>
                <a:cs typeface="Times New Roman" panose="02020603050405020304" pitchFamily="18" charset="0"/>
              </a:rPr>
              <a:t>Panelist</a:t>
            </a:r>
            <a:r>
              <a:rPr lang="en-GB" sz="2100" dirty="0">
                <a:latin typeface="Times New Roman" panose="02020603050405020304" pitchFamily="18" charset="0"/>
                <a:cs typeface="Times New Roman" panose="02020603050405020304" pitchFamily="18" charset="0"/>
              </a:rPr>
              <a:t> ,Chairperson in National and International Conferences </a:t>
            </a:r>
          </a:p>
        </p:txBody>
      </p:sp>
    </p:spTree>
    <p:extLst>
      <p:ext uri="{BB962C8B-B14F-4D97-AF65-F5344CB8AC3E}">
        <p14:creationId xmlns:p14="http://schemas.microsoft.com/office/powerpoint/2010/main" val="969158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oup of people posing for a photo&#10;&#10;AI-generated content may be incorrect.">
            <a:extLst>
              <a:ext uri="{FF2B5EF4-FFF2-40B4-BE49-F238E27FC236}">
                <a16:creationId xmlns:a16="http://schemas.microsoft.com/office/drawing/2014/main" id="{865FAF9C-A339-62F3-0CA4-C5892272AB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478" y="769433"/>
            <a:ext cx="4438185" cy="4438185"/>
          </a:xfrm>
          <a:prstGeom prst="rect">
            <a:avLst/>
          </a:prstGeom>
        </p:spPr>
      </p:pic>
      <p:pic>
        <p:nvPicPr>
          <p:cNvPr id="5" name="Picture 4" descr="A collage of several people&#10;&#10;AI-generated content may be incorrect.">
            <a:extLst>
              <a:ext uri="{FF2B5EF4-FFF2-40B4-BE49-F238E27FC236}">
                <a16:creationId xmlns:a16="http://schemas.microsoft.com/office/drawing/2014/main" id="{D8343E77-C59A-DCC2-5F79-96881B6A9C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6863" y="412594"/>
            <a:ext cx="5339576" cy="5339576"/>
          </a:xfrm>
          <a:prstGeom prst="rect">
            <a:avLst/>
          </a:prstGeom>
        </p:spPr>
      </p:pic>
    </p:spTree>
    <p:extLst>
      <p:ext uri="{BB962C8B-B14F-4D97-AF65-F5344CB8AC3E}">
        <p14:creationId xmlns:p14="http://schemas.microsoft.com/office/powerpoint/2010/main" val="2724125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45D07A0-3250-4D1F-9117-E0571AB3B3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FF77BAA-721A-9DB0-E602-5596E455F3C8}"/>
              </a:ext>
            </a:extLst>
          </p:cNvPr>
          <p:cNvPicPr>
            <a:picLocks noChangeAspect="1"/>
          </p:cNvPicPr>
          <p:nvPr/>
        </p:nvPicPr>
        <p:blipFill>
          <a:blip r:embed="rId2">
            <a:extLst>
              <a:ext uri="{28A0092B-C50C-407E-A947-70E740481C1C}">
                <a14:useLocalDpi xmlns:a14="http://schemas.microsoft.com/office/drawing/2010/main" val="0"/>
              </a:ext>
            </a:extLst>
          </a:blip>
          <a:srcRect r="-2" b="19651"/>
          <a:stretch>
            <a:fillRect/>
          </a:stretch>
        </p:blipFill>
        <p:spPr>
          <a:xfrm>
            <a:off x="643469" y="643467"/>
            <a:ext cx="5200309" cy="5571066"/>
          </a:xfrm>
          <a:prstGeom prst="rect">
            <a:avLst/>
          </a:prstGeom>
        </p:spPr>
      </p:pic>
      <p:sp>
        <p:nvSpPr>
          <p:cNvPr id="11" name="Rectangle 10">
            <a:extLst>
              <a:ext uri="{FF2B5EF4-FFF2-40B4-BE49-F238E27FC236}">
                <a16:creationId xmlns:a16="http://schemas.microsoft.com/office/drawing/2014/main" id="{5DFA6C29-F1CC-4E52-9333-E5453ED1C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5537156" cy="5897880"/>
          </a:xfrm>
          <a:prstGeom prst="rect">
            <a:avLst/>
          </a:prstGeom>
          <a:noFill/>
          <a:ln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Two men sitting on a couch holding up papers&#10;&#10;AI-generated content may be incorrect.">
            <a:extLst>
              <a:ext uri="{FF2B5EF4-FFF2-40B4-BE49-F238E27FC236}">
                <a16:creationId xmlns:a16="http://schemas.microsoft.com/office/drawing/2014/main" id="{79057D0C-9416-3CB4-BDD0-1FD2119AFF40}"/>
              </a:ext>
            </a:extLst>
          </p:cNvPr>
          <p:cNvPicPr>
            <a:picLocks noChangeAspect="1"/>
          </p:cNvPicPr>
          <p:nvPr/>
        </p:nvPicPr>
        <p:blipFill>
          <a:blip r:embed="rId3">
            <a:extLst>
              <a:ext uri="{28A0092B-C50C-407E-A947-70E740481C1C}">
                <a14:useLocalDpi xmlns:a14="http://schemas.microsoft.com/office/drawing/2010/main" val="0"/>
              </a:ext>
            </a:extLst>
          </a:blip>
          <a:srcRect l="4631" r="25340" b="-1"/>
          <a:stretch>
            <a:fillRect/>
          </a:stretch>
        </p:blipFill>
        <p:spPr>
          <a:xfrm>
            <a:off x="6346822" y="643467"/>
            <a:ext cx="5201708" cy="5571066"/>
          </a:xfrm>
          <a:prstGeom prst="rect">
            <a:avLst/>
          </a:prstGeom>
        </p:spPr>
      </p:pic>
      <p:sp>
        <p:nvSpPr>
          <p:cNvPr id="13" name="Rectangle 12">
            <a:extLst>
              <a:ext uri="{FF2B5EF4-FFF2-40B4-BE49-F238E27FC236}">
                <a16:creationId xmlns:a16="http://schemas.microsoft.com/office/drawing/2014/main" id="{DB219EE3-E1F6-411D-B1DB-E18A3BCEE4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75035" y="480060"/>
            <a:ext cx="5531569" cy="5897880"/>
          </a:xfrm>
          <a:prstGeom prst="rect">
            <a:avLst/>
          </a:prstGeom>
          <a:noFill/>
          <a:ln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8769261"/>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73BC5-AFAE-7537-4D35-B0CD755AD06E}"/>
              </a:ext>
            </a:extLst>
          </p:cNvPr>
          <p:cNvSpPr>
            <a:spLocks noGrp="1"/>
          </p:cNvSpPr>
          <p:nvPr>
            <p:ph type="title"/>
          </p:nvPr>
        </p:nvSpPr>
        <p:spPr>
          <a:xfrm>
            <a:off x="581191" y="887091"/>
            <a:ext cx="11029616" cy="1013800"/>
          </a:xfrm>
        </p:spPr>
        <p:txBody>
          <a:bodyPr>
            <a:normAutofit fontScale="90000"/>
          </a:bodyPr>
          <a:lstStyle/>
          <a:p>
            <a:r>
              <a:rPr lang="en-US" sz="3200" dirty="0">
                <a:latin typeface="Times New Roman" panose="02020603050405020304" pitchFamily="18" charset="0"/>
                <a:ea typeface="Bricolage Grotesque Semi Bold" pitchFamily="34" charset="-122"/>
                <a:cs typeface="Times New Roman" panose="02020603050405020304" pitchFamily="18" charset="0"/>
              </a:rPr>
              <a:t>Surgical Expertise: Ear Surgeries/ RHINOPLASTIES</a:t>
            </a:r>
            <a:br>
              <a:rPr lang="en-US" dirty="0"/>
            </a:br>
            <a:endParaRPr lang="en-US" dirty="0"/>
          </a:p>
        </p:txBody>
      </p:sp>
      <p:sp>
        <p:nvSpPr>
          <p:cNvPr id="3" name="Content Placeholder 2">
            <a:extLst>
              <a:ext uri="{FF2B5EF4-FFF2-40B4-BE49-F238E27FC236}">
                <a16:creationId xmlns:a16="http://schemas.microsoft.com/office/drawing/2014/main" id="{8028F6DE-68C4-6BB1-B997-C960C202B6B1}"/>
              </a:ext>
            </a:extLst>
          </p:cNvPr>
          <p:cNvSpPr>
            <a:spLocks noGrp="1"/>
          </p:cNvSpPr>
          <p:nvPr>
            <p:ph idx="1"/>
          </p:nvPr>
        </p:nvSpPr>
        <p:spPr>
          <a:xfrm>
            <a:off x="581191" y="2149674"/>
            <a:ext cx="5994269" cy="3678303"/>
          </a:xfrm>
        </p:spPr>
        <p:txBody>
          <a:bodyPr>
            <a:normAutofit fontScale="92500"/>
          </a:bodyPr>
          <a:lstStyle/>
          <a:p>
            <a:pPr marL="0" indent="0">
              <a:buNone/>
            </a:pPr>
            <a:r>
              <a:rPr lang="en-US" sz="2400" b="1" dirty="0">
                <a:solidFill>
                  <a:schemeClr val="accent1">
                    <a:lumMod val="75000"/>
                  </a:schemeClr>
                </a:solidFill>
                <a:latin typeface="Times New Roman" panose="02020603050405020304" pitchFamily="18" charset="0"/>
                <a:ea typeface="Bricolage Grotesque Semi Bold" pitchFamily="34" charset="-122"/>
                <a:cs typeface="Times New Roman" panose="02020603050405020304" pitchFamily="18" charset="0"/>
              </a:rPr>
              <a:t>Special Interest Areas</a:t>
            </a:r>
            <a:endParaRPr lang="en-US" sz="2400" b="1" dirty="0">
              <a:solidFill>
                <a:schemeClr val="accent1">
                  <a:lumMod val="75000"/>
                </a:schemeClr>
              </a:solidFill>
              <a:latin typeface="Times New Roman" panose="02020603050405020304" pitchFamily="18" charset="0"/>
              <a:cs typeface="Times New Roman" panose="02020603050405020304" pitchFamily="18" charset="0"/>
            </a:endParaRPr>
          </a:p>
          <a:p>
            <a:r>
              <a:rPr lang="en-US" sz="2100"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Advanced Ear Surgeries</a:t>
            </a:r>
            <a:endParaRPr lang="en-US" sz="2100" dirty="0">
              <a:latin typeface="Times New Roman" panose="02020603050405020304" pitchFamily="18" charset="0"/>
              <a:cs typeface="Times New Roman" panose="02020603050405020304" pitchFamily="18" charset="0"/>
            </a:endParaRPr>
          </a:p>
          <a:p>
            <a:pPr marL="0" indent="0">
              <a:buNone/>
            </a:pPr>
            <a:r>
              <a:rPr lang="en-US" sz="2100" dirty="0">
                <a:solidFill>
                  <a:srgbClr val="2C2926"/>
                </a:solidFill>
                <a:latin typeface="Times New Roman" panose="02020603050405020304" pitchFamily="18" charset="0"/>
                <a:ea typeface="Inter" pitchFamily="34" charset="-122"/>
                <a:cs typeface="Times New Roman" panose="02020603050405020304" pitchFamily="18" charset="0"/>
              </a:rPr>
              <a:t>Performing complex </a:t>
            </a:r>
            <a:r>
              <a:rPr lang="en-US" sz="2100" dirty="0" err="1">
                <a:solidFill>
                  <a:srgbClr val="2C2926"/>
                </a:solidFill>
                <a:latin typeface="Times New Roman" panose="02020603050405020304" pitchFamily="18" charset="0"/>
                <a:ea typeface="Inter" pitchFamily="34" charset="-122"/>
                <a:cs typeface="Times New Roman" panose="02020603050405020304" pitchFamily="18" charset="0"/>
              </a:rPr>
              <a:t>otological</a:t>
            </a:r>
            <a:r>
              <a:rPr lang="en-US" sz="2100" dirty="0">
                <a:solidFill>
                  <a:srgbClr val="2C2926"/>
                </a:solidFill>
                <a:latin typeface="Times New Roman" panose="02020603050405020304" pitchFamily="18" charset="0"/>
                <a:ea typeface="Inter" pitchFamily="34" charset="-122"/>
                <a:cs typeface="Times New Roman" panose="02020603050405020304" pitchFamily="18" charset="0"/>
              </a:rPr>
              <a:t> procedures with precision and expertise, restoring hearing and treating ear disorders</a:t>
            </a:r>
          </a:p>
          <a:p>
            <a:r>
              <a:rPr lang="en-US" sz="2100"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Cochlear Implant Surgery</a:t>
            </a:r>
            <a:endParaRPr lang="en-US" sz="2100" dirty="0">
              <a:latin typeface="Times New Roman" panose="02020603050405020304" pitchFamily="18" charset="0"/>
              <a:cs typeface="Times New Roman" panose="02020603050405020304" pitchFamily="18" charset="0"/>
            </a:endParaRPr>
          </a:p>
          <a:p>
            <a:pPr marL="0" indent="0">
              <a:buNone/>
            </a:pPr>
            <a:r>
              <a:rPr lang="en-US" sz="2100" dirty="0">
                <a:solidFill>
                  <a:srgbClr val="2C2926"/>
                </a:solidFill>
                <a:latin typeface="Times New Roman" panose="02020603050405020304" pitchFamily="18" charset="0"/>
                <a:ea typeface="Inter" pitchFamily="34" charset="-122"/>
                <a:cs typeface="Times New Roman" panose="02020603050405020304" pitchFamily="18" charset="0"/>
              </a:rPr>
              <a:t>Transforming lives through cochlear implantation, providing the gift of sound to patients with profound hearing loss.</a:t>
            </a:r>
            <a:endParaRPr lang="en-US" sz="21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Rhinoplasty</a:t>
            </a:r>
          </a:p>
        </p:txBody>
      </p:sp>
      <p:pic>
        <p:nvPicPr>
          <p:cNvPr id="4" name="Image 0" descr="preencoded.png">
            <a:extLst>
              <a:ext uri="{FF2B5EF4-FFF2-40B4-BE49-F238E27FC236}">
                <a16:creationId xmlns:a16="http://schemas.microsoft.com/office/drawing/2014/main" id="{9CB142BA-F5CA-5241-B760-A086AAC072E7}"/>
              </a:ext>
            </a:extLst>
          </p:cNvPr>
          <p:cNvPicPr>
            <a:picLocks noChangeAspect="1"/>
          </p:cNvPicPr>
          <p:nvPr/>
        </p:nvPicPr>
        <p:blipFill>
          <a:blip r:embed="rId2"/>
          <a:stretch>
            <a:fillRect/>
          </a:stretch>
        </p:blipFill>
        <p:spPr>
          <a:xfrm>
            <a:off x="6865817" y="1900891"/>
            <a:ext cx="4885015" cy="4885015"/>
          </a:xfrm>
          <a:prstGeom prst="ellipse">
            <a:avLst/>
          </a:prstGeom>
          <a:ln>
            <a:noFill/>
          </a:ln>
          <a:effectLst>
            <a:softEdge rad="112500"/>
          </a:effectLst>
        </p:spPr>
      </p:pic>
    </p:spTree>
    <p:extLst>
      <p:ext uri="{BB962C8B-B14F-4D97-AF65-F5344CB8AC3E}">
        <p14:creationId xmlns:p14="http://schemas.microsoft.com/office/powerpoint/2010/main" val="1893985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724B6-5D2A-660B-D011-D53A45CDD1F4}"/>
              </a:ext>
            </a:extLst>
          </p:cNvPr>
          <p:cNvSpPr>
            <a:spLocks noGrp="1"/>
          </p:cNvSpPr>
          <p:nvPr>
            <p:ph type="title"/>
          </p:nvPr>
        </p:nvSpPr>
        <p:spPr>
          <a:xfrm>
            <a:off x="581193" y="914708"/>
            <a:ext cx="11029616" cy="1013800"/>
          </a:xfrm>
        </p:spPr>
        <p:txBody>
          <a:bodyPr>
            <a:noAutofit/>
          </a:bodyPr>
          <a:lstStyle/>
          <a:p>
            <a:r>
              <a:rPr lang="en-US" sz="3200" dirty="0">
                <a:latin typeface="Times New Roman" panose="02020603050405020304" pitchFamily="18" charset="0"/>
                <a:ea typeface="Bricolage Grotesque Semi Bold" pitchFamily="34" charset="-122"/>
                <a:cs typeface="Times New Roman" panose="02020603050405020304" pitchFamily="18" charset="0"/>
              </a:rPr>
              <a:t>Beyond Medicine: A Life of Passion</a:t>
            </a:r>
            <a:br>
              <a:rPr lang="en-US" sz="3200" dirty="0">
                <a:latin typeface="Times New Roman" panose="02020603050405020304" pitchFamily="18" charset="0"/>
                <a:cs typeface="Times New Roman" panose="02020603050405020304" pitchFamily="18" charset="0"/>
              </a:rPr>
            </a:br>
            <a:r>
              <a:rPr lang="en-GB" sz="3200" dirty="0">
                <a:latin typeface="Times New Roman" panose="02020603050405020304" pitchFamily="18" charset="0"/>
                <a:cs typeface="Times New Roman" panose="02020603050405020304" pitchFamily="18" charset="0"/>
              </a:rPr>
              <a:t> </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A845C86-1685-9235-E351-C7623D50972A}"/>
              </a:ext>
            </a:extLst>
          </p:cNvPr>
          <p:cNvSpPr>
            <a:spLocks noGrp="1"/>
          </p:cNvSpPr>
          <p:nvPr>
            <p:ph idx="1"/>
          </p:nvPr>
        </p:nvSpPr>
        <p:spPr>
          <a:xfrm>
            <a:off x="581193" y="512956"/>
            <a:ext cx="6979334" cy="5345843"/>
          </a:xfrm>
        </p:spPr>
        <p:txBody>
          <a:bodyPr/>
          <a:lstStyle/>
          <a:p>
            <a:r>
              <a:rPr lang="en-GB" sz="2400" b="1" i="1" dirty="0">
                <a:latin typeface="Times New Roman" panose="02020603050405020304" pitchFamily="18" charset="0"/>
                <a:cs typeface="Times New Roman" panose="02020603050405020304" pitchFamily="18" charset="0"/>
              </a:rPr>
              <a:t>A multitalented personality ,an acclaimed Singer ,Sportsperson ,a </a:t>
            </a:r>
            <a:r>
              <a:rPr lang="en-GB" sz="2400" b="1" i="1" dirty="0" err="1">
                <a:latin typeface="Times New Roman" panose="02020603050405020304" pitchFamily="18" charset="0"/>
                <a:cs typeface="Times New Roman" panose="02020603050405020304" pitchFamily="18" charset="0"/>
              </a:rPr>
              <a:t>Philanthropist,A</a:t>
            </a:r>
            <a:r>
              <a:rPr lang="en-GB" sz="2400" b="1" i="1" dirty="0">
                <a:latin typeface="Times New Roman" panose="02020603050405020304" pitchFamily="18" charset="0"/>
                <a:cs typeface="Times New Roman" panose="02020603050405020304" pitchFamily="18" charset="0"/>
              </a:rPr>
              <a:t> Travel Freak  ,Socially active role model for the young doctors of Rewari city and Haryana State .</a:t>
            </a:r>
          </a:p>
          <a:p>
            <a:pPr marL="0" indent="0">
              <a:buNone/>
            </a:pPr>
            <a:endParaRPr lang="en-GB" sz="2100" dirty="0">
              <a:latin typeface="Times New Roman" panose="02020603050405020304" pitchFamily="18" charset="0"/>
              <a:cs typeface="Times New Roman" panose="02020603050405020304" pitchFamily="18" charset="0"/>
            </a:endParaRPr>
          </a:p>
          <a:p>
            <a:endParaRPr lang="en-IN" dirty="0"/>
          </a:p>
        </p:txBody>
      </p:sp>
      <p:pic>
        <p:nvPicPr>
          <p:cNvPr id="19" name="Picture 18">
            <a:extLst>
              <a:ext uri="{FF2B5EF4-FFF2-40B4-BE49-F238E27FC236}">
                <a16:creationId xmlns:a16="http://schemas.microsoft.com/office/drawing/2014/main" id="{A56EC559-13CB-4B36-B4B4-811494ADBB82}"/>
              </a:ext>
            </a:extLst>
          </p:cNvPr>
          <p:cNvPicPr>
            <a:picLocks noChangeAspect="1"/>
          </p:cNvPicPr>
          <p:nvPr/>
        </p:nvPicPr>
        <p:blipFill>
          <a:blip r:embed="rId3">
            <a:extLst>
              <a:ext uri="{28A0092B-C50C-407E-A947-70E740481C1C}">
                <a14:useLocalDpi xmlns:a14="http://schemas.microsoft.com/office/drawing/2010/main" val="0"/>
              </a:ext>
            </a:extLst>
          </a:blip>
          <a:srcRect t="11167" b="12144"/>
          <a:stretch>
            <a:fillRect/>
          </a:stretch>
        </p:blipFill>
        <p:spPr>
          <a:xfrm>
            <a:off x="8214232" y="2132883"/>
            <a:ext cx="3917242" cy="2253076"/>
          </a:xfrm>
          <a:prstGeom prst="rect">
            <a:avLst/>
          </a:prstGeom>
        </p:spPr>
      </p:pic>
      <p:pic>
        <p:nvPicPr>
          <p:cNvPr id="21" name="Picture 20">
            <a:extLst>
              <a:ext uri="{FF2B5EF4-FFF2-40B4-BE49-F238E27FC236}">
                <a16:creationId xmlns:a16="http://schemas.microsoft.com/office/drawing/2014/main" id="{F3F7C3DD-9AB6-F139-0D70-20A10375BA3E}"/>
              </a:ext>
            </a:extLst>
          </p:cNvPr>
          <p:cNvPicPr>
            <a:picLocks noChangeAspect="1"/>
          </p:cNvPicPr>
          <p:nvPr/>
        </p:nvPicPr>
        <p:blipFill>
          <a:blip r:embed="rId4">
            <a:extLst>
              <a:ext uri="{28A0092B-C50C-407E-A947-70E740481C1C}">
                <a14:useLocalDpi xmlns:a14="http://schemas.microsoft.com/office/drawing/2010/main" val="0"/>
              </a:ext>
            </a:extLst>
          </a:blip>
          <a:srcRect t="9721" b="8556"/>
          <a:stretch>
            <a:fillRect/>
          </a:stretch>
        </p:blipFill>
        <p:spPr>
          <a:xfrm>
            <a:off x="8154695" y="4725117"/>
            <a:ext cx="3917242" cy="2132883"/>
          </a:xfrm>
          <a:prstGeom prst="rect">
            <a:avLst/>
          </a:prstGeom>
        </p:spPr>
      </p:pic>
      <p:pic>
        <p:nvPicPr>
          <p:cNvPr id="5" name="Picture 4">
            <a:extLst>
              <a:ext uri="{FF2B5EF4-FFF2-40B4-BE49-F238E27FC236}">
                <a16:creationId xmlns:a16="http://schemas.microsoft.com/office/drawing/2014/main" id="{28AB42A1-CA08-7D46-AE68-9AD6F7979E3D}"/>
              </a:ext>
            </a:extLst>
          </p:cNvPr>
          <p:cNvPicPr>
            <a:picLocks noChangeAspect="1"/>
          </p:cNvPicPr>
          <p:nvPr/>
        </p:nvPicPr>
        <p:blipFill>
          <a:blip r:embed="rId5">
            <a:extLst>
              <a:ext uri="{28A0092B-C50C-407E-A947-70E740481C1C}">
                <a14:useLocalDpi xmlns:a14="http://schemas.microsoft.com/office/drawing/2010/main" val="0"/>
              </a:ext>
            </a:extLst>
          </a:blip>
          <a:srcRect l="16929" r="13902"/>
          <a:stretch>
            <a:fillRect/>
          </a:stretch>
        </p:blipFill>
        <p:spPr>
          <a:xfrm>
            <a:off x="2685535" y="4238140"/>
            <a:ext cx="2995202" cy="2392272"/>
          </a:xfrm>
          <a:prstGeom prst="rect">
            <a:avLst/>
          </a:prstGeom>
        </p:spPr>
      </p:pic>
      <p:pic>
        <p:nvPicPr>
          <p:cNvPr id="6" name="Picture 5">
            <a:extLst>
              <a:ext uri="{FF2B5EF4-FFF2-40B4-BE49-F238E27FC236}">
                <a16:creationId xmlns:a16="http://schemas.microsoft.com/office/drawing/2014/main" id="{10F61E56-5E3D-8346-3599-3966F56DD096}"/>
              </a:ext>
            </a:extLst>
          </p:cNvPr>
          <p:cNvPicPr>
            <a:picLocks noChangeAspect="1"/>
          </p:cNvPicPr>
          <p:nvPr/>
        </p:nvPicPr>
        <p:blipFill>
          <a:blip r:embed="rId6">
            <a:extLst>
              <a:ext uri="{28A0092B-C50C-407E-A947-70E740481C1C}">
                <a14:useLocalDpi xmlns:a14="http://schemas.microsoft.com/office/drawing/2010/main" val="0"/>
              </a:ext>
            </a:extLst>
          </a:blip>
          <a:srcRect t="11086" b="14307"/>
          <a:stretch>
            <a:fillRect/>
          </a:stretch>
        </p:blipFill>
        <p:spPr>
          <a:xfrm>
            <a:off x="5769269" y="3487228"/>
            <a:ext cx="2296894" cy="3340432"/>
          </a:xfrm>
          <a:prstGeom prst="rect">
            <a:avLst/>
          </a:prstGeom>
        </p:spPr>
      </p:pic>
      <p:pic>
        <p:nvPicPr>
          <p:cNvPr id="10" name="Picture 9">
            <a:extLst>
              <a:ext uri="{FF2B5EF4-FFF2-40B4-BE49-F238E27FC236}">
                <a16:creationId xmlns:a16="http://schemas.microsoft.com/office/drawing/2014/main" id="{E483D558-1A8F-1069-07B0-E92D0DA83357}"/>
              </a:ext>
            </a:extLst>
          </p:cNvPr>
          <p:cNvPicPr>
            <a:picLocks noChangeAspect="1"/>
          </p:cNvPicPr>
          <p:nvPr/>
        </p:nvPicPr>
        <p:blipFill>
          <a:blip r:embed="rId7"/>
          <a:stretch>
            <a:fillRect/>
          </a:stretch>
        </p:blipFill>
        <p:spPr>
          <a:xfrm>
            <a:off x="581193" y="4014078"/>
            <a:ext cx="2044805" cy="2616334"/>
          </a:xfrm>
          <a:prstGeom prst="rect">
            <a:avLst/>
          </a:prstGeom>
        </p:spPr>
      </p:pic>
    </p:spTree>
    <p:extLst>
      <p:ext uri="{BB962C8B-B14F-4D97-AF65-F5344CB8AC3E}">
        <p14:creationId xmlns:p14="http://schemas.microsoft.com/office/powerpoint/2010/main" val="2404632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erson walking in front of a hospital&#10;&#10;AI-generated content may be incorrect.">
            <a:extLst>
              <a:ext uri="{FF2B5EF4-FFF2-40B4-BE49-F238E27FC236}">
                <a16:creationId xmlns:a16="http://schemas.microsoft.com/office/drawing/2014/main" id="{9368C94B-8C44-C474-D0F8-5A4279A4C3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2898" y="74374"/>
            <a:ext cx="4644742" cy="4438650"/>
          </a:xfrm>
          <a:prstGeom prst="rect">
            <a:avLst/>
          </a:prstGeom>
        </p:spPr>
      </p:pic>
      <p:sp>
        <p:nvSpPr>
          <p:cNvPr id="4" name="TextBox 3">
            <a:extLst>
              <a:ext uri="{FF2B5EF4-FFF2-40B4-BE49-F238E27FC236}">
                <a16:creationId xmlns:a16="http://schemas.microsoft.com/office/drawing/2014/main" id="{14F869B1-741F-8040-5FA6-1A299117694F}"/>
              </a:ext>
            </a:extLst>
          </p:cNvPr>
          <p:cNvSpPr txBox="1"/>
          <p:nvPr/>
        </p:nvSpPr>
        <p:spPr>
          <a:xfrm>
            <a:off x="525300" y="1605776"/>
            <a:ext cx="6545766" cy="4093428"/>
          </a:xfrm>
          <a:prstGeom prst="rect">
            <a:avLst/>
          </a:prstGeom>
          <a:noFill/>
        </p:spPr>
        <p:txBody>
          <a:bodyPr wrap="square" rtlCol="0">
            <a:spAutoFit/>
          </a:bodyPr>
          <a:lstStyle/>
          <a:p>
            <a:r>
              <a:rPr lang="en-GB" sz="2000" b="1" dirty="0">
                <a:latin typeface="Times New Roman" panose="02020603050405020304" pitchFamily="18" charset="0"/>
                <a:cs typeface="Times New Roman" panose="02020603050405020304" pitchFamily="18" charset="0"/>
              </a:rPr>
              <a:t>Dr Adesh Saxena  </a:t>
            </a:r>
            <a:r>
              <a:rPr lang="en-GB" sz="2000" dirty="0">
                <a:latin typeface="Times New Roman" panose="02020603050405020304" pitchFamily="18" charset="0"/>
                <a:cs typeface="Times New Roman" panose="02020603050405020304" pitchFamily="18" charset="0"/>
              </a:rPr>
              <a:t>is founder of </a:t>
            </a:r>
            <a:r>
              <a:rPr lang="en-GB" sz="2000" b="1" dirty="0">
                <a:latin typeface="Times New Roman" panose="02020603050405020304" pitchFamily="18" charset="0"/>
                <a:cs typeface="Times New Roman" panose="02020603050405020304" pitchFamily="18" charset="0"/>
              </a:rPr>
              <a:t>Shri Ashwini Saxena hospital </a:t>
            </a:r>
            <a:r>
              <a:rPr lang="en-GB" sz="2000" dirty="0">
                <a:latin typeface="Times New Roman" panose="02020603050405020304" pitchFamily="18" charset="0"/>
                <a:cs typeface="Times New Roman" panose="02020603050405020304" pitchFamily="18" charset="0"/>
              </a:rPr>
              <a:t>along with his wife </a:t>
            </a:r>
            <a:r>
              <a:rPr lang="en-GB" sz="2000" b="1" dirty="0">
                <a:latin typeface="Times New Roman" panose="02020603050405020304" pitchFamily="18" charset="0"/>
                <a:cs typeface="Times New Roman" panose="02020603050405020304" pitchFamily="18" charset="0"/>
              </a:rPr>
              <a:t>Dr Mitra Saxena</a:t>
            </a:r>
            <a:r>
              <a:rPr lang="en-GB" sz="2000" dirty="0">
                <a:latin typeface="Times New Roman" panose="02020603050405020304" pitchFamily="18" charset="0"/>
                <a:cs typeface="Times New Roman" panose="02020603050405020304" pitchFamily="18" charset="0"/>
              </a:rPr>
              <a:t>, a senior </a:t>
            </a:r>
            <a:r>
              <a:rPr lang="en-GB" sz="2000" dirty="0" err="1">
                <a:latin typeface="Times New Roman" panose="02020603050405020304" pitchFamily="18" charset="0"/>
                <a:cs typeface="Times New Roman" panose="02020603050405020304" pitchFamily="18" charset="0"/>
              </a:rPr>
              <a:t>ObGyn</a:t>
            </a:r>
            <a:r>
              <a:rPr lang="en-GB" sz="2000" dirty="0">
                <a:latin typeface="Times New Roman" panose="02020603050405020304" pitchFamily="18" charset="0"/>
                <a:cs typeface="Times New Roman" panose="02020603050405020304" pitchFamily="18" charset="0"/>
              </a:rPr>
              <a:t> ,a state of Art facility catering to rural Haryana. </a:t>
            </a:r>
          </a:p>
          <a:p>
            <a:endParaRPr lang="en-GB" sz="2000" dirty="0">
              <a:latin typeface="Times New Roman" panose="02020603050405020304" pitchFamily="18" charset="0"/>
              <a:cs typeface="Times New Roman" panose="02020603050405020304" pitchFamily="18" charset="0"/>
            </a:endParaRPr>
          </a:p>
          <a:p>
            <a:r>
              <a:rPr lang="en-GB" sz="2000" dirty="0">
                <a:latin typeface="Times New Roman" panose="02020603050405020304" pitchFamily="18" charset="0"/>
                <a:cs typeface="Times New Roman" panose="02020603050405020304" pitchFamily="18" charset="0"/>
              </a:rPr>
              <a:t>They have contributed to the ENT services of the region  by inspiring two dedicated and talented young ENT surgeons a daughter and a son , </a:t>
            </a:r>
            <a:r>
              <a:rPr lang="en-GB" sz="2000" b="1" dirty="0">
                <a:latin typeface="Times New Roman" panose="02020603050405020304" pitchFamily="18" charset="0"/>
                <a:cs typeface="Times New Roman" panose="02020603050405020304" pitchFamily="18" charset="0"/>
              </a:rPr>
              <a:t>Dr Ashima </a:t>
            </a:r>
            <a:r>
              <a:rPr lang="en-GB" sz="2000" dirty="0">
                <a:latin typeface="Times New Roman" panose="02020603050405020304" pitchFamily="18" charset="0"/>
                <a:cs typeface="Times New Roman" panose="02020603050405020304" pitchFamily="18" charset="0"/>
              </a:rPr>
              <a:t>and</a:t>
            </a:r>
            <a:r>
              <a:rPr lang="en-GB" sz="2000" b="1" dirty="0">
                <a:latin typeface="Times New Roman" panose="02020603050405020304" pitchFamily="18" charset="0"/>
                <a:cs typeface="Times New Roman" panose="02020603050405020304" pitchFamily="18" charset="0"/>
              </a:rPr>
              <a:t> Dr Akshay Saxena </a:t>
            </a:r>
            <a:r>
              <a:rPr lang="en-GB" sz="2000" dirty="0">
                <a:latin typeface="Times New Roman" panose="02020603050405020304" pitchFamily="18" charset="0"/>
                <a:cs typeface="Times New Roman" panose="02020603050405020304" pitchFamily="18" charset="0"/>
              </a:rPr>
              <a:t>to join this noble journey ,from </a:t>
            </a:r>
            <a:r>
              <a:rPr lang="en-GB" sz="2000" b="1" dirty="0">
                <a:latin typeface="Times New Roman" panose="02020603050405020304" pitchFamily="18" charset="0"/>
                <a:cs typeface="Times New Roman" panose="02020603050405020304" pitchFamily="18" charset="0"/>
              </a:rPr>
              <a:t>Silence to Sound </a:t>
            </a:r>
            <a:r>
              <a:rPr lang="en-GB" sz="2000" dirty="0">
                <a:latin typeface="Times New Roman" panose="02020603050405020304" pitchFamily="18" charset="0"/>
                <a:cs typeface="Times New Roman" panose="02020603050405020304" pitchFamily="18" charset="0"/>
              </a:rPr>
              <a:t>.</a:t>
            </a:r>
          </a:p>
          <a:p>
            <a:endParaRPr lang="en-GB" sz="2000" dirty="0">
              <a:latin typeface="Times New Roman" panose="02020603050405020304" pitchFamily="18" charset="0"/>
              <a:cs typeface="Times New Roman" panose="02020603050405020304" pitchFamily="18" charset="0"/>
            </a:endParaRP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Dr Akshay Agnihotri </a:t>
            </a:r>
            <a:r>
              <a:rPr lang="en-GB" sz="2000" dirty="0">
                <a:latin typeface="Times New Roman" panose="02020603050405020304" pitchFamily="18" charset="0"/>
                <a:cs typeface="Times New Roman" panose="02020603050405020304" pitchFamily="18" charset="0"/>
              </a:rPr>
              <a:t>an acclaimed  Retinal </a:t>
            </a:r>
            <a:r>
              <a:rPr lang="en-GB" sz="2000" dirty="0" err="1">
                <a:latin typeface="Times New Roman" panose="02020603050405020304" pitchFamily="18" charset="0"/>
                <a:cs typeface="Times New Roman" panose="02020603050405020304" pitchFamily="18" charset="0"/>
              </a:rPr>
              <a:t>Surgeon,trained</a:t>
            </a:r>
            <a:r>
              <a:rPr lang="en-GB" sz="2000" dirty="0">
                <a:latin typeface="Times New Roman" panose="02020603050405020304" pitchFamily="18" charset="0"/>
                <a:cs typeface="Times New Roman" panose="02020603050405020304" pitchFamily="18" charset="0"/>
              </a:rPr>
              <a:t> at Arvind hospital Madurai , USD ,USA,  Royal Adelaide Hospital Australia  and </a:t>
            </a:r>
            <a:r>
              <a:rPr lang="en-GB" sz="2000" b="1" dirty="0">
                <a:latin typeface="Times New Roman" panose="02020603050405020304" pitchFamily="18" charset="0"/>
                <a:cs typeface="Times New Roman" panose="02020603050405020304" pitchFamily="18" charset="0"/>
              </a:rPr>
              <a:t>Dr</a:t>
            </a:r>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Anchal Dixit Saxena </a:t>
            </a:r>
            <a:r>
              <a:rPr lang="en-GB" sz="2000" dirty="0">
                <a:latin typeface="Times New Roman" panose="02020603050405020304" pitchFamily="18" charset="0"/>
                <a:cs typeface="Times New Roman" panose="02020603050405020304" pitchFamily="18" charset="0"/>
              </a:rPr>
              <a:t>a sincere ethical proficient  Dermatologist are part of the family team .</a:t>
            </a:r>
            <a:endParaRPr lang="en-IN"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5EF0768A-BEF1-062D-2564-D10D07F9FA45}"/>
              </a:ext>
            </a:extLst>
          </p:cNvPr>
          <p:cNvPicPr>
            <a:picLocks noChangeAspect="1"/>
          </p:cNvPicPr>
          <p:nvPr/>
        </p:nvPicPr>
        <p:blipFill>
          <a:blip r:embed="rId4"/>
          <a:stretch>
            <a:fillRect/>
          </a:stretch>
        </p:blipFill>
        <p:spPr>
          <a:xfrm>
            <a:off x="8393818" y="2811997"/>
            <a:ext cx="2442901" cy="3834130"/>
          </a:xfrm>
          <a:prstGeom prst="rect">
            <a:avLst/>
          </a:prstGeom>
        </p:spPr>
      </p:pic>
      <p:sp>
        <p:nvSpPr>
          <p:cNvPr id="9" name="TextBox 8">
            <a:extLst>
              <a:ext uri="{FF2B5EF4-FFF2-40B4-BE49-F238E27FC236}">
                <a16:creationId xmlns:a16="http://schemas.microsoft.com/office/drawing/2014/main" id="{90DA9523-FD66-E19E-A05E-B89D2CEC2B29}"/>
              </a:ext>
            </a:extLst>
          </p:cNvPr>
          <p:cNvSpPr txBox="1"/>
          <p:nvPr/>
        </p:nvSpPr>
        <p:spPr>
          <a:xfrm>
            <a:off x="681417" y="769433"/>
            <a:ext cx="5808593" cy="523220"/>
          </a:xfrm>
          <a:prstGeom prst="rect">
            <a:avLst/>
          </a:prstGeom>
          <a:noFill/>
          <a:ln w="57150">
            <a:solidFill>
              <a:schemeClr val="accent1">
                <a:lumMod val="60000"/>
                <a:lumOff val="40000"/>
              </a:schemeClr>
            </a:solidFill>
          </a:ln>
        </p:spPr>
        <p:txBody>
          <a:bodyPr wrap="square" rtlCol="0">
            <a:spAutoFit/>
          </a:bodyPr>
          <a:lstStyle/>
          <a:p>
            <a:r>
              <a:rPr lang="en-GB" sz="2800" i="1" dirty="0"/>
              <a:t>                  A Family of Healers </a:t>
            </a:r>
            <a:endParaRPr lang="en-IN" sz="2800" i="1" dirty="0"/>
          </a:p>
        </p:txBody>
      </p:sp>
    </p:spTree>
    <p:extLst>
      <p:ext uri="{BB962C8B-B14F-4D97-AF65-F5344CB8AC3E}">
        <p14:creationId xmlns:p14="http://schemas.microsoft.com/office/powerpoint/2010/main" val="2213302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61492" y="888603"/>
            <a:ext cx="4131866" cy="472480"/>
          </a:xfrm>
          <a:prstGeom prst="rect">
            <a:avLst/>
          </a:prstGeom>
          <a:noFill/>
          <a:ln/>
        </p:spPr>
        <p:txBody>
          <a:bodyPr wrap="none" lIns="0" tIns="0" rIns="0" bIns="0" rtlCol="0" anchor="t"/>
          <a:lstStyle/>
          <a:p>
            <a:pPr>
              <a:lnSpc>
                <a:spcPts val="3708"/>
              </a:lnSpc>
            </a:pPr>
            <a:r>
              <a:rPr lang="en-US" sz="3200" b="1"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A Legacy of Excellence</a:t>
            </a:r>
            <a:endParaRPr lang="en-US" sz="3200" b="1" dirty="0">
              <a:latin typeface="Times New Roman" panose="02020603050405020304" pitchFamily="18" charset="0"/>
              <a:cs typeface="Times New Roman" panose="02020603050405020304" pitchFamily="18" charset="0"/>
            </a:endParaRPr>
          </a:p>
        </p:txBody>
      </p:sp>
      <p:sp>
        <p:nvSpPr>
          <p:cNvPr id="4" name="Text 1"/>
          <p:cNvSpPr/>
          <p:nvPr/>
        </p:nvSpPr>
        <p:spPr>
          <a:xfrm>
            <a:off x="661492" y="1739007"/>
            <a:ext cx="1941513" cy="623689"/>
          </a:xfrm>
          <a:prstGeom prst="rect">
            <a:avLst/>
          </a:prstGeom>
          <a:noFill/>
          <a:ln/>
        </p:spPr>
        <p:txBody>
          <a:bodyPr wrap="none" lIns="0" tIns="0" rIns="0" bIns="0" rtlCol="0" anchor="t"/>
          <a:lstStyle/>
          <a:p>
            <a:pPr algn="ctr">
              <a:lnSpc>
                <a:spcPts val="4875"/>
              </a:lnSpc>
            </a:pPr>
            <a:r>
              <a:rPr lang="en-US" sz="4875" b="1"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35</a:t>
            </a:r>
            <a:r>
              <a:rPr lang="en-US" sz="4875" b="1" dirty="0">
                <a:solidFill>
                  <a:srgbClr val="2C2926"/>
                </a:solidFill>
                <a:latin typeface="Bricolage Grotesque Semi Bold" pitchFamily="34" charset="0"/>
                <a:ea typeface="Bricolage Grotesque Semi Bold" pitchFamily="34" charset="-122"/>
                <a:cs typeface="Bricolage Grotesque Semi Bold" pitchFamily="34" charset="-120"/>
              </a:rPr>
              <a:t>+</a:t>
            </a:r>
            <a:endParaRPr lang="en-US" sz="4875" b="1" dirty="0"/>
          </a:p>
        </p:txBody>
      </p:sp>
      <p:sp>
        <p:nvSpPr>
          <p:cNvPr id="5" name="Text 2"/>
          <p:cNvSpPr/>
          <p:nvPr/>
        </p:nvSpPr>
        <p:spPr>
          <a:xfrm>
            <a:off x="661492" y="2598837"/>
            <a:ext cx="1941513" cy="295275"/>
          </a:xfrm>
          <a:prstGeom prst="rect">
            <a:avLst/>
          </a:prstGeom>
          <a:noFill/>
          <a:ln/>
        </p:spPr>
        <p:txBody>
          <a:bodyPr wrap="none" lIns="0" tIns="0" rIns="0" bIns="0" rtlCol="0" anchor="t"/>
          <a:lstStyle/>
          <a:p>
            <a:pPr algn="ctr">
              <a:lnSpc>
                <a:spcPts val="2292"/>
              </a:lnSpc>
            </a:pPr>
            <a:r>
              <a:rPr lang="en-US" sz="2400" b="1"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Years in Practice</a:t>
            </a:r>
            <a:endParaRPr lang="en-US" sz="2400" b="1" dirty="0">
              <a:latin typeface="Times New Roman" panose="02020603050405020304" pitchFamily="18" charset="0"/>
              <a:cs typeface="Times New Roman" panose="02020603050405020304" pitchFamily="18" charset="0"/>
            </a:endParaRPr>
          </a:p>
        </p:txBody>
      </p:sp>
      <p:sp>
        <p:nvSpPr>
          <p:cNvPr id="6" name="Text 3"/>
          <p:cNvSpPr/>
          <p:nvPr/>
        </p:nvSpPr>
        <p:spPr>
          <a:xfrm>
            <a:off x="661492" y="3007519"/>
            <a:ext cx="1941513" cy="604838"/>
          </a:xfrm>
          <a:prstGeom prst="rect">
            <a:avLst/>
          </a:prstGeom>
          <a:noFill/>
          <a:ln/>
        </p:spPr>
        <p:txBody>
          <a:bodyPr wrap="square" lIns="0" tIns="0" rIns="0" bIns="0" rtlCol="0" anchor="t"/>
          <a:lstStyle/>
          <a:p>
            <a:pPr algn="ctr">
              <a:lnSpc>
                <a:spcPts val="2375"/>
              </a:lnSpc>
            </a:pPr>
            <a:r>
              <a:rPr lang="en-US" i="1" dirty="0">
                <a:solidFill>
                  <a:srgbClr val="2C2926"/>
                </a:solidFill>
                <a:latin typeface="Times New Roman" panose="02020603050405020304" pitchFamily="18" charset="0"/>
                <a:ea typeface="Inter" pitchFamily="34" charset="-122"/>
                <a:cs typeface="Times New Roman" panose="02020603050405020304" pitchFamily="18" charset="0"/>
              </a:rPr>
              <a:t>Serving patients since 1987</a:t>
            </a:r>
            <a:endParaRPr lang="en-US" i="1" dirty="0">
              <a:latin typeface="Times New Roman" panose="02020603050405020304" pitchFamily="18" charset="0"/>
              <a:cs typeface="Times New Roman" panose="02020603050405020304" pitchFamily="18" charset="0"/>
            </a:endParaRPr>
          </a:p>
        </p:txBody>
      </p:sp>
      <p:sp>
        <p:nvSpPr>
          <p:cNvPr id="7" name="Text 4"/>
          <p:cNvSpPr/>
          <p:nvPr/>
        </p:nvSpPr>
        <p:spPr>
          <a:xfrm>
            <a:off x="2839244" y="1739007"/>
            <a:ext cx="1941513" cy="623689"/>
          </a:xfrm>
          <a:prstGeom prst="rect">
            <a:avLst/>
          </a:prstGeom>
          <a:noFill/>
          <a:ln/>
        </p:spPr>
        <p:txBody>
          <a:bodyPr wrap="none" lIns="0" tIns="0" rIns="0" bIns="0" rtlCol="0" anchor="t"/>
          <a:lstStyle/>
          <a:p>
            <a:pPr algn="ctr">
              <a:lnSpc>
                <a:spcPts val="4875"/>
              </a:lnSpc>
            </a:pPr>
            <a:r>
              <a:rPr lang="en-US" sz="4875" b="1"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10000</a:t>
            </a:r>
            <a:r>
              <a:rPr lang="en-US" sz="4875" b="1" dirty="0">
                <a:solidFill>
                  <a:srgbClr val="2C2926"/>
                </a:solidFill>
                <a:latin typeface="Bricolage Grotesque Semi Bold" pitchFamily="34" charset="0"/>
                <a:ea typeface="Bricolage Grotesque Semi Bold" pitchFamily="34" charset="-122"/>
                <a:cs typeface="Bricolage Grotesque Semi Bold" pitchFamily="34" charset="-120"/>
              </a:rPr>
              <a:t>+</a:t>
            </a:r>
            <a:endParaRPr lang="en-US" sz="4875" b="1" dirty="0"/>
          </a:p>
        </p:txBody>
      </p:sp>
      <p:sp>
        <p:nvSpPr>
          <p:cNvPr id="8" name="Text 5"/>
          <p:cNvSpPr/>
          <p:nvPr/>
        </p:nvSpPr>
        <p:spPr>
          <a:xfrm>
            <a:off x="2839244" y="2598837"/>
            <a:ext cx="1941513" cy="590550"/>
          </a:xfrm>
          <a:prstGeom prst="rect">
            <a:avLst/>
          </a:prstGeom>
          <a:noFill/>
          <a:ln/>
        </p:spPr>
        <p:txBody>
          <a:bodyPr wrap="square" lIns="0" tIns="0" rIns="0" bIns="0" rtlCol="0" anchor="t"/>
          <a:lstStyle/>
          <a:p>
            <a:pPr algn="ctr">
              <a:lnSpc>
                <a:spcPts val="2292"/>
              </a:lnSpc>
            </a:pPr>
            <a:r>
              <a:rPr lang="en-US" sz="2400" b="1"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Surgeries Performed</a:t>
            </a:r>
            <a:endParaRPr lang="en-US" sz="2400" b="1" dirty="0">
              <a:latin typeface="Times New Roman" panose="02020603050405020304" pitchFamily="18" charset="0"/>
              <a:cs typeface="Times New Roman" panose="02020603050405020304" pitchFamily="18" charset="0"/>
            </a:endParaRPr>
          </a:p>
        </p:txBody>
      </p:sp>
      <p:sp>
        <p:nvSpPr>
          <p:cNvPr id="9" name="Text 6"/>
          <p:cNvSpPr/>
          <p:nvPr/>
        </p:nvSpPr>
        <p:spPr>
          <a:xfrm>
            <a:off x="2839244" y="3302794"/>
            <a:ext cx="1941513" cy="604838"/>
          </a:xfrm>
          <a:prstGeom prst="rect">
            <a:avLst/>
          </a:prstGeom>
          <a:noFill/>
          <a:ln/>
        </p:spPr>
        <p:txBody>
          <a:bodyPr wrap="square" lIns="0" tIns="0" rIns="0" bIns="0" rtlCol="0" anchor="t"/>
          <a:lstStyle/>
          <a:p>
            <a:pPr algn="ctr">
              <a:lnSpc>
                <a:spcPts val="2375"/>
              </a:lnSpc>
            </a:pPr>
            <a:r>
              <a:rPr lang="en-US" i="1" dirty="0">
                <a:solidFill>
                  <a:srgbClr val="2C2926"/>
                </a:solidFill>
                <a:latin typeface="Times New Roman" panose="02020603050405020304" pitchFamily="18" charset="0"/>
                <a:ea typeface="Inter" pitchFamily="34" charset="-122"/>
                <a:cs typeface="Times New Roman" panose="02020603050405020304" pitchFamily="18" charset="0"/>
              </a:rPr>
              <a:t>Complex ENT procedures</a:t>
            </a:r>
            <a:endParaRPr lang="en-US" i="1" dirty="0">
              <a:latin typeface="Times New Roman" panose="02020603050405020304" pitchFamily="18" charset="0"/>
              <a:cs typeface="Times New Roman" panose="02020603050405020304" pitchFamily="18" charset="0"/>
            </a:endParaRPr>
          </a:p>
        </p:txBody>
      </p:sp>
      <p:sp>
        <p:nvSpPr>
          <p:cNvPr id="10" name="Text 7"/>
          <p:cNvSpPr/>
          <p:nvPr/>
        </p:nvSpPr>
        <p:spPr>
          <a:xfrm>
            <a:off x="5016996" y="1739007"/>
            <a:ext cx="1941513" cy="623689"/>
          </a:xfrm>
          <a:prstGeom prst="rect">
            <a:avLst/>
          </a:prstGeom>
          <a:noFill/>
          <a:ln/>
        </p:spPr>
        <p:txBody>
          <a:bodyPr wrap="none" lIns="0" tIns="0" rIns="0" bIns="0" rtlCol="0" anchor="t"/>
          <a:lstStyle/>
          <a:p>
            <a:pPr algn="ctr">
              <a:lnSpc>
                <a:spcPts val="4875"/>
              </a:lnSpc>
            </a:pPr>
            <a:r>
              <a:rPr lang="en-US" sz="4875" b="1"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50</a:t>
            </a:r>
            <a:r>
              <a:rPr lang="en-US" sz="4875" b="1" dirty="0">
                <a:solidFill>
                  <a:srgbClr val="2C2926"/>
                </a:solidFill>
                <a:latin typeface="Bricolage Grotesque Semi Bold" pitchFamily="34" charset="0"/>
                <a:ea typeface="Bricolage Grotesque Semi Bold" pitchFamily="34" charset="-122"/>
                <a:cs typeface="Bricolage Grotesque Semi Bold" pitchFamily="34" charset="-120"/>
              </a:rPr>
              <a:t>+</a:t>
            </a:r>
            <a:endParaRPr lang="en-US" sz="4875" b="1" dirty="0"/>
          </a:p>
        </p:txBody>
      </p:sp>
      <p:sp>
        <p:nvSpPr>
          <p:cNvPr id="11" name="Text 8"/>
          <p:cNvSpPr/>
          <p:nvPr/>
        </p:nvSpPr>
        <p:spPr>
          <a:xfrm>
            <a:off x="5016996" y="2598837"/>
            <a:ext cx="1941513" cy="590550"/>
          </a:xfrm>
          <a:prstGeom prst="rect">
            <a:avLst/>
          </a:prstGeom>
          <a:noFill/>
          <a:ln/>
        </p:spPr>
        <p:txBody>
          <a:bodyPr wrap="square" lIns="0" tIns="0" rIns="0" bIns="0" rtlCol="0" anchor="t"/>
          <a:lstStyle/>
          <a:p>
            <a:pPr algn="ctr">
              <a:lnSpc>
                <a:spcPts val="2292"/>
              </a:lnSpc>
            </a:pPr>
            <a:r>
              <a:rPr lang="en-US" sz="2400" b="1" dirty="0">
                <a:solidFill>
                  <a:srgbClr val="2C2926"/>
                </a:solidFill>
                <a:latin typeface="Times New Roman" panose="02020603050405020304" pitchFamily="18" charset="0"/>
                <a:ea typeface="Bricolage Grotesque Semi Bold" pitchFamily="34" charset="-122"/>
                <a:cs typeface="Times New Roman" panose="02020603050405020304" pitchFamily="18" charset="0"/>
              </a:rPr>
              <a:t>Conference Presentations</a:t>
            </a:r>
            <a:endParaRPr lang="en-US" sz="2400" b="1" dirty="0">
              <a:latin typeface="Times New Roman" panose="02020603050405020304" pitchFamily="18" charset="0"/>
              <a:cs typeface="Times New Roman" panose="02020603050405020304" pitchFamily="18" charset="0"/>
            </a:endParaRPr>
          </a:p>
        </p:txBody>
      </p:sp>
      <p:sp>
        <p:nvSpPr>
          <p:cNvPr id="12" name="Text 9"/>
          <p:cNvSpPr/>
          <p:nvPr/>
        </p:nvSpPr>
        <p:spPr>
          <a:xfrm>
            <a:off x="5016996" y="3302794"/>
            <a:ext cx="1941513" cy="604838"/>
          </a:xfrm>
          <a:prstGeom prst="rect">
            <a:avLst/>
          </a:prstGeom>
          <a:noFill/>
          <a:ln/>
        </p:spPr>
        <p:txBody>
          <a:bodyPr wrap="square" lIns="0" tIns="0" rIns="0" bIns="0" rtlCol="0" anchor="t"/>
          <a:lstStyle/>
          <a:p>
            <a:pPr algn="ctr">
              <a:lnSpc>
                <a:spcPts val="2375"/>
              </a:lnSpc>
            </a:pPr>
            <a:r>
              <a:rPr lang="en-US" i="1" dirty="0">
                <a:solidFill>
                  <a:srgbClr val="2C2926"/>
                </a:solidFill>
                <a:latin typeface="Times New Roman" panose="02020603050405020304" pitchFamily="18" charset="0"/>
                <a:ea typeface="Inter" pitchFamily="34" charset="-122"/>
                <a:cs typeface="Times New Roman" panose="02020603050405020304" pitchFamily="18" charset="0"/>
              </a:rPr>
              <a:t>National and International</a:t>
            </a:r>
            <a:endParaRPr lang="en-US" i="1" dirty="0">
              <a:latin typeface="Times New Roman" panose="02020603050405020304" pitchFamily="18" charset="0"/>
              <a:cs typeface="Times New Roman" panose="02020603050405020304" pitchFamily="18" charset="0"/>
            </a:endParaRPr>
          </a:p>
        </p:txBody>
      </p:sp>
      <p:sp>
        <p:nvSpPr>
          <p:cNvPr id="14" name="Text 11"/>
          <p:cNvSpPr/>
          <p:nvPr/>
        </p:nvSpPr>
        <p:spPr>
          <a:xfrm>
            <a:off x="661492" y="4457304"/>
            <a:ext cx="6297018" cy="1512094"/>
          </a:xfrm>
          <a:prstGeom prst="rect">
            <a:avLst/>
          </a:prstGeom>
          <a:noFill/>
          <a:ln/>
        </p:spPr>
        <p:txBody>
          <a:bodyPr wrap="square" lIns="0" tIns="0" rIns="0" bIns="0" rtlCol="0" anchor="t"/>
          <a:lstStyle/>
          <a:p>
            <a:pPr algn="just">
              <a:lnSpc>
                <a:spcPts val="2375"/>
              </a:lnSpc>
            </a:pPr>
            <a:r>
              <a:rPr lang="en-US" sz="2100" b="1" dirty="0">
                <a:solidFill>
                  <a:srgbClr val="2C2926"/>
                </a:solidFill>
                <a:latin typeface="Times New Roman" panose="02020603050405020304" pitchFamily="18" charset="0"/>
                <a:ea typeface="Inter" pitchFamily="34" charset="-122"/>
                <a:cs typeface="Times New Roman" panose="02020603050405020304" pitchFamily="18" charset="0"/>
              </a:rPr>
              <a:t>Dr Adesh Saxena</a:t>
            </a:r>
            <a:r>
              <a:rPr lang="en-US" sz="2100" dirty="0">
                <a:solidFill>
                  <a:srgbClr val="2C2926"/>
                </a:solidFill>
                <a:latin typeface="Times New Roman" panose="02020603050405020304" pitchFamily="18" charset="0"/>
                <a:ea typeface="Inter" pitchFamily="34" charset="-122"/>
                <a:cs typeface="Times New Roman" panose="02020603050405020304" pitchFamily="18" charset="0"/>
              </a:rPr>
              <a:t> represents the perfect synthesis of medical excellence, leadership, and humanitarian service. His journey from gold medallist to healthcare leader exemplifies dedication to advancing ENT care whilst enriching communities through music, sports, and social service.</a:t>
            </a:r>
            <a:endParaRPr lang="en-US" sz="2100" dirty="0">
              <a:latin typeface="Times New Roman" panose="02020603050405020304" pitchFamily="18" charset="0"/>
              <a:cs typeface="Times New Roman" panose="02020603050405020304" pitchFamily="18" charset="0"/>
            </a:endParaRPr>
          </a:p>
        </p:txBody>
      </p:sp>
      <p:pic>
        <p:nvPicPr>
          <p:cNvPr id="13" name="Picture 12" descr="A person in a suit and tie&#10;&#10;AI-generated content may be incorrect.">
            <a:extLst>
              <a:ext uri="{FF2B5EF4-FFF2-40B4-BE49-F238E27FC236}">
                <a16:creationId xmlns:a16="http://schemas.microsoft.com/office/drawing/2014/main" id="{49AECB58-8991-5481-6D24-E74808786D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7802" y="1357313"/>
            <a:ext cx="3600450" cy="4495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993FA3-F4A7-B594-F0DE-5C4CD4E44D30}"/>
              </a:ext>
            </a:extLst>
          </p:cNvPr>
          <p:cNvSpPr txBox="1"/>
          <p:nvPr/>
        </p:nvSpPr>
        <p:spPr>
          <a:xfrm>
            <a:off x="543539" y="2211230"/>
            <a:ext cx="7777537" cy="1569660"/>
          </a:xfrm>
          <a:prstGeom prst="rect">
            <a:avLst/>
          </a:prstGeom>
          <a:noFill/>
        </p:spPr>
        <p:txBody>
          <a:bodyPr wrap="square" rtlCol="0">
            <a:spAutoFit/>
          </a:bodyPr>
          <a:lstStyle/>
          <a:p>
            <a:pPr algn="just"/>
            <a:r>
              <a:rPr lang="en-US" sz="9600" dirty="0">
                <a:latin typeface="Times New Roman" panose="02020603050405020304" pitchFamily="18" charset="0"/>
                <a:cs typeface="Times New Roman" panose="02020603050405020304" pitchFamily="18" charset="0"/>
              </a:rPr>
              <a:t>Thank You!</a:t>
            </a:r>
          </a:p>
        </p:txBody>
      </p:sp>
      <p:pic>
        <p:nvPicPr>
          <p:cNvPr id="4" name="Picture 3">
            <a:extLst>
              <a:ext uri="{FF2B5EF4-FFF2-40B4-BE49-F238E27FC236}">
                <a16:creationId xmlns:a16="http://schemas.microsoft.com/office/drawing/2014/main" id="{2AC8CAAD-67A5-1B12-6C0F-D96485CFDF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9964" y="1484469"/>
            <a:ext cx="6028497" cy="5373531"/>
          </a:xfrm>
          <a:prstGeom prst="rect">
            <a:avLst/>
          </a:prstGeom>
        </p:spPr>
      </p:pic>
    </p:spTree>
    <p:extLst>
      <p:ext uri="{BB962C8B-B14F-4D97-AF65-F5344CB8AC3E}">
        <p14:creationId xmlns:p14="http://schemas.microsoft.com/office/powerpoint/2010/main" val="3092393908"/>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364</TotalTime>
  <Words>580</Words>
  <Application>Microsoft Office PowerPoint</Application>
  <PresentationFormat>Widescreen</PresentationFormat>
  <Paragraphs>56</Paragraphs>
  <Slides>12</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Bricolage Grotesque Semi Bold</vt:lpstr>
      <vt:lpstr>Calibri</vt:lpstr>
      <vt:lpstr>Gill Sans MT</vt:lpstr>
      <vt:lpstr>Times New Roman</vt:lpstr>
      <vt:lpstr>Wingdings 2</vt:lpstr>
      <vt:lpstr>Dividend</vt:lpstr>
      <vt:lpstr>Dr Adesh Saxena MS ENT  </vt:lpstr>
      <vt:lpstr>Academic Excellence </vt:lpstr>
      <vt:lpstr>Accolades </vt:lpstr>
      <vt:lpstr>Positions held </vt:lpstr>
      <vt:lpstr>Organised Haryana AOICONs /Awareness Camps  </vt:lpstr>
      <vt:lpstr>PowerPoint Presentation</vt:lpstr>
      <vt:lpstr>PowerPoint Presentation</vt:lpstr>
      <vt:lpstr>Surgical Expertise: Ear Surgeries/ RHINOPLASTIES </vt:lpstr>
      <vt:lpstr>Beyond Medicine: A Life of Passion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Mitra Saxena</dc:creator>
  <cp:lastModifiedBy>Mitra Saxena</cp:lastModifiedBy>
  <cp:revision>4</cp:revision>
  <dcterms:created xsi:type="dcterms:W3CDTF">2025-11-20T12:49:28Z</dcterms:created>
  <dcterms:modified xsi:type="dcterms:W3CDTF">2025-11-24T08:47:09Z</dcterms:modified>
</cp:coreProperties>
</file>